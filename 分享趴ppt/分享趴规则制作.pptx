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1400"/>
      </a:spcBef>
      <a:spcAft>
        <a:spcPts val="0"/>
      </a:spcAft>
      <a:buClrTx/>
      <a:buSzTx/>
      <a:buFontTx/>
      <a:buNone/>
      <a:tabLst/>
      <a:defRPr b="0" baseline="0" cap="none" i="1" spc="28" strike="noStrike" sz="2800" u="none" kumimoji="0" normalizeH="0">
        <a:ln>
          <a:noFill/>
        </a:ln>
        <a:solidFill>
          <a:srgbClr val="5C5C5C"/>
        </a:solidFill>
        <a:effectLst/>
        <a:uFillTx/>
        <a:latin typeface="Iowan Old Style"/>
        <a:ea typeface="Iowan Old Style"/>
        <a:cs typeface="Iowan Old Style"/>
        <a:sym typeface="Iowan Old Style"/>
      </a:defRPr>
    </a:lvl1pPr>
    <a:lvl2pPr marL="0" marR="0" indent="228600" algn="l" defTabSz="584200" rtl="0" fontAlgn="auto" latinLnBrk="0" hangingPunct="0">
      <a:lnSpc>
        <a:spcPct val="100000"/>
      </a:lnSpc>
      <a:spcBef>
        <a:spcPts val="1400"/>
      </a:spcBef>
      <a:spcAft>
        <a:spcPts val="0"/>
      </a:spcAft>
      <a:buClrTx/>
      <a:buSzTx/>
      <a:buFontTx/>
      <a:buNone/>
      <a:tabLst/>
      <a:defRPr b="0" baseline="0" cap="none" i="1" spc="28" strike="noStrike" sz="2800" u="none" kumimoji="0" normalizeH="0">
        <a:ln>
          <a:noFill/>
        </a:ln>
        <a:solidFill>
          <a:srgbClr val="5C5C5C"/>
        </a:solidFill>
        <a:effectLst/>
        <a:uFillTx/>
        <a:latin typeface="Iowan Old Style"/>
        <a:ea typeface="Iowan Old Style"/>
        <a:cs typeface="Iowan Old Style"/>
        <a:sym typeface="Iowan Old Style"/>
      </a:defRPr>
    </a:lvl2pPr>
    <a:lvl3pPr marL="0" marR="0" indent="457200" algn="l" defTabSz="584200" rtl="0" fontAlgn="auto" latinLnBrk="0" hangingPunct="0">
      <a:lnSpc>
        <a:spcPct val="100000"/>
      </a:lnSpc>
      <a:spcBef>
        <a:spcPts val="1400"/>
      </a:spcBef>
      <a:spcAft>
        <a:spcPts val="0"/>
      </a:spcAft>
      <a:buClrTx/>
      <a:buSzTx/>
      <a:buFontTx/>
      <a:buNone/>
      <a:tabLst/>
      <a:defRPr b="0" baseline="0" cap="none" i="1" spc="28" strike="noStrike" sz="2800" u="none" kumimoji="0" normalizeH="0">
        <a:ln>
          <a:noFill/>
        </a:ln>
        <a:solidFill>
          <a:srgbClr val="5C5C5C"/>
        </a:solidFill>
        <a:effectLst/>
        <a:uFillTx/>
        <a:latin typeface="Iowan Old Style"/>
        <a:ea typeface="Iowan Old Style"/>
        <a:cs typeface="Iowan Old Style"/>
        <a:sym typeface="Iowan Old Style"/>
      </a:defRPr>
    </a:lvl3pPr>
    <a:lvl4pPr marL="0" marR="0" indent="685800" algn="l" defTabSz="584200" rtl="0" fontAlgn="auto" latinLnBrk="0" hangingPunct="0">
      <a:lnSpc>
        <a:spcPct val="100000"/>
      </a:lnSpc>
      <a:spcBef>
        <a:spcPts val="1400"/>
      </a:spcBef>
      <a:spcAft>
        <a:spcPts val="0"/>
      </a:spcAft>
      <a:buClrTx/>
      <a:buSzTx/>
      <a:buFontTx/>
      <a:buNone/>
      <a:tabLst/>
      <a:defRPr b="0" baseline="0" cap="none" i="1" spc="28" strike="noStrike" sz="2800" u="none" kumimoji="0" normalizeH="0">
        <a:ln>
          <a:noFill/>
        </a:ln>
        <a:solidFill>
          <a:srgbClr val="5C5C5C"/>
        </a:solidFill>
        <a:effectLst/>
        <a:uFillTx/>
        <a:latin typeface="Iowan Old Style"/>
        <a:ea typeface="Iowan Old Style"/>
        <a:cs typeface="Iowan Old Style"/>
        <a:sym typeface="Iowan Old Style"/>
      </a:defRPr>
    </a:lvl4pPr>
    <a:lvl5pPr marL="0" marR="0" indent="914400" algn="l" defTabSz="584200" rtl="0" fontAlgn="auto" latinLnBrk="0" hangingPunct="0">
      <a:lnSpc>
        <a:spcPct val="100000"/>
      </a:lnSpc>
      <a:spcBef>
        <a:spcPts val="1400"/>
      </a:spcBef>
      <a:spcAft>
        <a:spcPts val="0"/>
      </a:spcAft>
      <a:buClrTx/>
      <a:buSzTx/>
      <a:buFontTx/>
      <a:buNone/>
      <a:tabLst/>
      <a:defRPr b="0" baseline="0" cap="none" i="1" spc="28" strike="noStrike" sz="2800" u="none" kumimoji="0" normalizeH="0">
        <a:ln>
          <a:noFill/>
        </a:ln>
        <a:solidFill>
          <a:srgbClr val="5C5C5C"/>
        </a:solidFill>
        <a:effectLst/>
        <a:uFillTx/>
        <a:latin typeface="Iowan Old Style"/>
        <a:ea typeface="Iowan Old Style"/>
        <a:cs typeface="Iowan Old Style"/>
        <a:sym typeface="Iowan Old Style"/>
      </a:defRPr>
    </a:lvl5pPr>
    <a:lvl6pPr marL="0" marR="0" indent="1143000" algn="l" defTabSz="584200" rtl="0" fontAlgn="auto" latinLnBrk="0" hangingPunct="0">
      <a:lnSpc>
        <a:spcPct val="100000"/>
      </a:lnSpc>
      <a:spcBef>
        <a:spcPts val="1400"/>
      </a:spcBef>
      <a:spcAft>
        <a:spcPts val="0"/>
      </a:spcAft>
      <a:buClrTx/>
      <a:buSzTx/>
      <a:buFontTx/>
      <a:buNone/>
      <a:tabLst/>
      <a:defRPr b="0" baseline="0" cap="none" i="1" spc="28" strike="noStrike" sz="2800" u="none" kumimoji="0" normalizeH="0">
        <a:ln>
          <a:noFill/>
        </a:ln>
        <a:solidFill>
          <a:srgbClr val="5C5C5C"/>
        </a:solidFill>
        <a:effectLst/>
        <a:uFillTx/>
        <a:latin typeface="Iowan Old Style"/>
        <a:ea typeface="Iowan Old Style"/>
        <a:cs typeface="Iowan Old Style"/>
        <a:sym typeface="Iowan Old Style"/>
      </a:defRPr>
    </a:lvl6pPr>
    <a:lvl7pPr marL="0" marR="0" indent="1371600" algn="l" defTabSz="584200" rtl="0" fontAlgn="auto" latinLnBrk="0" hangingPunct="0">
      <a:lnSpc>
        <a:spcPct val="100000"/>
      </a:lnSpc>
      <a:spcBef>
        <a:spcPts val="1400"/>
      </a:spcBef>
      <a:spcAft>
        <a:spcPts val="0"/>
      </a:spcAft>
      <a:buClrTx/>
      <a:buSzTx/>
      <a:buFontTx/>
      <a:buNone/>
      <a:tabLst/>
      <a:defRPr b="0" baseline="0" cap="none" i="1" spc="28" strike="noStrike" sz="2800" u="none" kumimoji="0" normalizeH="0">
        <a:ln>
          <a:noFill/>
        </a:ln>
        <a:solidFill>
          <a:srgbClr val="5C5C5C"/>
        </a:solidFill>
        <a:effectLst/>
        <a:uFillTx/>
        <a:latin typeface="Iowan Old Style"/>
        <a:ea typeface="Iowan Old Style"/>
        <a:cs typeface="Iowan Old Style"/>
        <a:sym typeface="Iowan Old Style"/>
      </a:defRPr>
    </a:lvl7pPr>
    <a:lvl8pPr marL="0" marR="0" indent="1600200" algn="l" defTabSz="584200" rtl="0" fontAlgn="auto" latinLnBrk="0" hangingPunct="0">
      <a:lnSpc>
        <a:spcPct val="100000"/>
      </a:lnSpc>
      <a:spcBef>
        <a:spcPts val="1400"/>
      </a:spcBef>
      <a:spcAft>
        <a:spcPts val="0"/>
      </a:spcAft>
      <a:buClrTx/>
      <a:buSzTx/>
      <a:buFontTx/>
      <a:buNone/>
      <a:tabLst/>
      <a:defRPr b="0" baseline="0" cap="none" i="1" spc="28" strike="noStrike" sz="2800" u="none" kumimoji="0" normalizeH="0">
        <a:ln>
          <a:noFill/>
        </a:ln>
        <a:solidFill>
          <a:srgbClr val="5C5C5C"/>
        </a:solidFill>
        <a:effectLst/>
        <a:uFillTx/>
        <a:latin typeface="Iowan Old Style"/>
        <a:ea typeface="Iowan Old Style"/>
        <a:cs typeface="Iowan Old Style"/>
        <a:sym typeface="Iowan Old Style"/>
      </a:defRPr>
    </a:lvl8pPr>
    <a:lvl9pPr marL="0" marR="0" indent="1828800" algn="l" defTabSz="584200" rtl="0" fontAlgn="auto" latinLnBrk="0" hangingPunct="0">
      <a:lnSpc>
        <a:spcPct val="100000"/>
      </a:lnSpc>
      <a:spcBef>
        <a:spcPts val="1400"/>
      </a:spcBef>
      <a:spcAft>
        <a:spcPts val="0"/>
      </a:spcAft>
      <a:buClrTx/>
      <a:buSzTx/>
      <a:buFontTx/>
      <a:buNone/>
      <a:tabLst/>
      <a:defRPr b="0" baseline="0" cap="none" i="1" spc="28" strike="noStrike" sz="2800" u="none" kumimoji="0" normalizeH="0">
        <a:ln>
          <a:noFill/>
        </a:ln>
        <a:solidFill>
          <a:srgbClr val="5C5C5C"/>
        </a:solidFill>
        <a:effectLst/>
        <a:uFillTx/>
        <a:latin typeface="Iowan Old Style"/>
        <a:ea typeface="Iowan Old Style"/>
        <a:cs typeface="Iowan Old Style"/>
        <a:sym typeface="Iowan Old Styl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Iowan Old Style"/>
          <a:ea typeface="Iowan Old Style"/>
          <a:cs typeface="Iowan Old Style"/>
        </a:font>
        <a:srgbClr val="5C5C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C5C5C"/>
              </a:solidFill>
              <a:prstDash val="solid"/>
              <a:miter lim="400000"/>
            </a:ln>
          </a:top>
          <a:bottom>
            <a:ln w="12700" cap="flat">
              <a:solidFill>
                <a:srgbClr val="5C5C5C"/>
              </a:solidFill>
              <a:prstDash val="solid"/>
              <a:miter lim="400000"/>
            </a:ln>
          </a:bottom>
          <a:insideH>
            <a:ln w="12700" cap="flat">
              <a:solidFill>
                <a:srgbClr val="5C5C5C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BCBCB">
              <a:alpha val="25000"/>
            </a:srgbClr>
          </a:solidFill>
        </a:fill>
      </a:tcStyle>
    </a:band2H>
    <a:firstCol>
      <a:tcTxStyle b="off" i="off">
        <a:fontRef idx="minor">
          <a:srgbClr val="5C5C5C"/>
        </a:fontRef>
        <a:srgbClr val="5C5C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C5C5C"/>
              </a:solidFill>
              <a:prstDash val="solid"/>
              <a:miter lim="400000"/>
            </a:ln>
          </a:top>
          <a:bottom>
            <a:ln w="12700" cap="flat">
              <a:solidFill>
                <a:srgbClr val="5C5C5C"/>
              </a:solidFill>
              <a:prstDash val="solid"/>
              <a:miter lim="400000"/>
            </a:ln>
          </a:bottom>
          <a:insideH>
            <a:ln w="12700" cap="flat">
              <a:solidFill>
                <a:srgbClr val="5C5C5C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>
              <a:alpha val="36000"/>
            </a:srgbClr>
          </a:solidFill>
        </a:fill>
      </a:tcStyle>
    </a:firstCol>
    <a:lastRow>
      <a:tcTxStyle b="off" i="off">
        <a:fontRef idx="minor">
          <a:srgbClr val="5C5C5C"/>
        </a:fontRef>
        <a:srgbClr val="5C5C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C5C5C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C5C5C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solidFill>
                <a:srgbClr val="EBEBE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-522454"/>
              <a:satOff val="1153"/>
              <a:lumOff val="13444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Iowan Old Style"/>
          <a:ea typeface="Iowan Old Style"/>
          <a:cs typeface="Iowan Old Style"/>
        </a:font>
        <a:schemeClr val="accent2">
          <a:satOff val="-3676"/>
          <a:lumOff val="-12171"/>
        </a:schemeClr>
      </a:tcTxStyle>
      <a:tcStyle>
        <a:tcBdr>
          <a:left>
            <a:ln w="12700" cap="flat">
              <a:solidFill>
                <a:srgbClr val="808251"/>
              </a:solidFill>
              <a:prstDash val="solid"/>
              <a:miter lim="400000"/>
            </a:ln>
          </a:left>
          <a:right>
            <a:ln w="12700" cap="flat">
              <a:solidFill>
                <a:srgbClr val="808251"/>
              </a:solidFill>
              <a:prstDash val="solid"/>
              <a:miter lim="400000"/>
            </a:ln>
          </a:right>
          <a:top>
            <a:ln w="12700" cap="flat">
              <a:solidFill>
                <a:srgbClr val="808251"/>
              </a:solidFill>
              <a:prstDash val="solid"/>
              <a:miter lim="400000"/>
            </a:ln>
          </a:top>
          <a:bottom>
            <a:ln w="12700" cap="flat">
              <a:solidFill>
                <a:srgbClr val="808251"/>
              </a:solidFill>
              <a:prstDash val="solid"/>
              <a:miter lim="400000"/>
            </a:ln>
          </a:bottom>
          <a:insideH>
            <a:ln w="12700" cap="flat">
              <a:solidFill>
                <a:srgbClr val="808251"/>
              </a:solidFill>
              <a:prstDash val="solid"/>
              <a:miter lim="400000"/>
            </a:ln>
          </a:insideH>
          <a:insideV>
            <a:ln w="12700" cap="flat">
              <a:solidFill>
                <a:srgbClr val="808251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8A861">
              <a:alpha val="27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808251"/>
              </a:solidFill>
              <a:prstDash val="solid"/>
              <a:miter lim="400000"/>
            </a:ln>
          </a:left>
          <a:right>
            <a:ln w="12700" cap="flat">
              <a:solidFill>
                <a:srgbClr val="808251"/>
              </a:solidFill>
              <a:prstDash val="solid"/>
              <a:miter lim="400000"/>
            </a:ln>
          </a:right>
          <a:top>
            <a:ln w="12700" cap="flat">
              <a:solidFill>
                <a:srgbClr val="808251"/>
              </a:solidFill>
              <a:prstDash val="solid"/>
              <a:miter lim="400000"/>
            </a:ln>
          </a:top>
          <a:bottom>
            <a:ln w="12700" cap="flat">
              <a:solidFill>
                <a:srgbClr val="808251"/>
              </a:solidFill>
              <a:prstDash val="solid"/>
              <a:miter lim="400000"/>
            </a:ln>
          </a:bottom>
          <a:insideH>
            <a:ln w="12700" cap="flat">
              <a:solidFill>
                <a:srgbClr val="808251"/>
              </a:solidFill>
              <a:prstDash val="solid"/>
              <a:miter lim="400000"/>
            </a:ln>
          </a:insideH>
          <a:insideV>
            <a:ln w="12700" cap="flat">
              <a:solidFill>
                <a:srgbClr val="808251"/>
              </a:solidFill>
              <a:prstDash val="solid"/>
              <a:miter lim="400000"/>
            </a:ln>
          </a:insideV>
        </a:tcBdr>
        <a:fill>
          <a:solidFill>
            <a:srgbClr val="8F9541">
              <a:alpha val="75000"/>
            </a:srgbClr>
          </a:solidFill>
        </a:fill>
      </a:tcStyle>
    </a:firstCol>
    <a:lastRow>
      <a:tcTxStyle b="off" i="off">
        <a:fontRef idx="minor">
          <a:schemeClr val="accent2">
            <a:satOff val="-3676"/>
            <a:lumOff val="-12171"/>
          </a:schemeClr>
        </a:fontRef>
        <a:schemeClr val="accent2">
          <a:satOff val="-3676"/>
          <a:lumOff val="-12171"/>
        </a:schemeClr>
      </a:tcTxStyle>
      <a:tcStyle>
        <a:tcBdr>
          <a:left>
            <a:ln w="12700" cap="flat">
              <a:solidFill>
                <a:srgbClr val="808251"/>
              </a:solidFill>
              <a:prstDash val="solid"/>
              <a:miter lim="400000"/>
            </a:ln>
          </a:left>
          <a:right>
            <a:ln w="12700" cap="flat">
              <a:solidFill>
                <a:srgbClr val="808251"/>
              </a:solidFill>
              <a:prstDash val="solid"/>
              <a:miter lim="400000"/>
            </a:ln>
          </a:right>
          <a:top>
            <a:ln w="50800" cap="flat">
              <a:solidFill>
                <a:srgbClr val="808251"/>
              </a:solidFill>
              <a:prstDash val="solid"/>
              <a:miter lim="400000"/>
            </a:ln>
          </a:top>
          <a:bottom>
            <a:ln w="12700" cap="flat">
              <a:solidFill>
                <a:srgbClr val="808251"/>
              </a:solidFill>
              <a:prstDash val="solid"/>
              <a:miter lim="400000"/>
            </a:ln>
          </a:bottom>
          <a:insideH>
            <a:ln w="12700" cap="flat">
              <a:solidFill>
                <a:srgbClr val="808251"/>
              </a:solidFill>
              <a:prstDash val="solid"/>
              <a:miter lim="400000"/>
            </a:ln>
          </a:insideH>
          <a:insideV>
            <a:ln w="12700" cap="flat">
              <a:solidFill>
                <a:srgbClr val="808251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808251"/>
              </a:solidFill>
              <a:prstDash val="solid"/>
              <a:miter lim="400000"/>
            </a:ln>
          </a:left>
          <a:right>
            <a:ln w="12700" cap="flat">
              <a:solidFill>
                <a:srgbClr val="808251"/>
              </a:solidFill>
              <a:prstDash val="solid"/>
              <a:miter lim="400000"/>
            </a:ln>
          </a:right>
          <a:top>
            <a:ln w="12700" cap="flat">
              <a:solidFill>
                <a:srgbClr val="808251"/>
              </a:solidFill>
              <a:prstDash val="solid"/>
              <a:miter lim="400000"/>
            </a:ln>
          </a:top>
          <a:bottom>
            <a:ln w="12700" cap="flat">
              <a:solidFill>
                <a:srgbClr val="808251"/>
              </a:solidFill>
              <a:prstDash val="solid"/>
              <a:miter lim="400000"/>
            </a:ln>
          </a:bottom>
          <a:insideH>
            <a:ln w="12700" cap="flat">
              <a:solidFill>
                <a:srgbClr val="808251"/>
              </a:solidFill>
              <a:prstDash val="solid"/>
              <a:miter lim="400000"/>
            </a:ln>
          </a:insideH>
          <a:insideV>
            <a:ln w="12700" cap="flat">
              <a:solidFill>
                <a:srgbClr val="808251"/>
              </a:solidFill>
              <a:prstDash val="solid"/>
              <a:miter lim="400000"/>
            </a:ln>
          </a:insideV>
        </a:tcBdr>
        <a:fill>
          <a:solidFill>
            <a:srgbClr val="8F9541">
              <a:alpha val="75000"/>
            </a:srgb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Iowan Old Style"/>
          <a:ea typeface="Iowan Old Style"/>
          <a:cs typeface="Iowan Old Styl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DEF"/>
              </a:solidFill>
              <a:prstDash val="solid"/>
              <a:miter lim="400000"/>
            </a:ln>
          </a:top>
          <a:bottom>
            <a:ln w="12700" cap="flat">
              <a:solidFill>
                <a:srgbClr val="FFFDEF"/>
              </a:solidFill>
              <a:prstDash val="solid"/>
              <a:miter lim="400000"/>
            </a:ln>
          </a:bottom>
          <a:insideH>
            <a:ln w="12700" cap="flat">
              <a:solidFill>
                <a:srgbClr val="FFFDE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8A861">
              <a:alpha val="27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DEF"/>
              </a:solidFill>
              <a:prstDash val="solid"/>
              <a:miter lim="400000"/>
            </a:ln>
          </a:left>
          <a:right>
            <a:ln w="12700" cap="flat">
              <a:solidFill>
                <a:srgbClr val="FFFDEF"/>
              </a:solidFill>
              <a:prstDash val="solid"/>
              <a:miter lim="400000"/>
            </a:ln>
          </a:right>
          <a:top>
            <a:ln w="12700" cap="flat">
              <a:solidFill>
                <a:srgbClr val="FFFDEF"/>
              </a:solidFill>
              <a:prstDash val="solid"/>
              <a:miter lim="400000"/>
            </a:ln>
          </a:top>
          <a:bottom>
            <a:ln w="12700" cap="flat">
              <a:solidFill>
                <a:srgbClr val="FFFDEF"/>
              </a:solidFill>
              <a:prstDash val="solid"/>
              <a:miter lim="400000"/>
            </a:ln>
          </a:bottom>
          <a:insideH>
            <a:ln w="12700" cap="flat">
              <a:solidFill>
                <a:srgbClr val="FFFDE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DEF"/>
              </a:solidFill>
              <a:prstDash val="solid"/>
              <a:miter lim="400000"/>
            </a:ln>
          </a:top>
          <a:bottom>
            <a:ln w="12700" cap="flat">
              <a:solidFill>
                <a:srgbClr val="FFFDEF"/>
              </a:solidFill>
              <a:prstDash val="solid"/>
              <a:miter lim="400000"/>
            </a:ln>
          </a:bottom>
          <a:insideH>
            <a:ln w="12700" cap="flat">
              <a:solidFill>
                <a:srgbClr val="FFFDE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DEF"/>
              </a:solidFill>
              <a:prstDash val="solid"/>
              <a:miter lim="400000"/>
            </a:ln>
          </a:top>
          <a:bottom>
            <a:ln w="12700" cap="flat">
              <a:solidFill>
                <a:srgbClr val="FFFDEF"/>
              </a:solidFill>
              <a:prstDash val="solid"/>
              <a:miter lim="400000"/>
            </a:ln>
          </a:bottom>
          <a:insideH>
            <a:ln w="12700" cap="flat">
              <a:solidFill>
                <a:srgbClr val="FFFDE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F821DB8-F4EB-4A41-A1BA-3FCAFE7338EE}" styleName="">
    <a:tblBg/>
    <a:wholeTbl>
      <a:tcTxStyle b="off" i="off">
        <a:font>
          <a:latin typeface="Iowan Old Style"/>
          <a:ea typeface="Iowan Old Style"/>
          <a:cs typeface="Iowan Old Style"/>
        </a:font>
        <a:srgbClr val="5C5C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3">
                  <a:hueOff val="-256224"/>
                  <a:satOff val="-13732"/>
                  <a:lumOff val="-19712"/>
                  <a:alpha val="61000"/>
                </a:schemeClr>
              </a:solidFill>
              <a:prstDash val="solid"/>
              <a:miter lim="400000"/>
            </a:ln>
          </a:top>
          <a:bottom>
            <a:ln w="25400" cap="flat">
              <a:solidFill>
                <a:schemeClr val="accent3">
                  <a:hueOff val="-256224"/>
                  <a:satOff val="-13732"/>
                  <a:lumOff val="-19712"/>
                  <a:alpha val="61000"/>
                </a:schemeClr>
              </a:solidFill>
              <a:prstDash val="solid"/>
              <a:miter lim="400000"/>
            </a:ln>
          </a:bottom>
          <a:insideH>
            <a:ln w="25400" cap="flat">
              <a:solidFill>
                <a:schemeClr val="accent3">
                  <a:hueOff val="-256224"/>
                  <a:satOff val="-13732"/>
                  <a:lumOff val="-19712"/>
                  <a:alpha val="61000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BCBCB">
              <a:alpha val="36000"/>
            </a:srgbClr>
          </a:solidFill>
        </a:fill>
      </a:tcStyle>
    </a:band2H>
    <a:firstCol>
      <a:tcTxStyle b="off" i="off">
        <a:fontRef idx="minor">
          <a:srgbClr val="5C5C5C"/>
        </a:fontRef>
        <a:srgbClr val="5C5C5C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chemeClr val="accent3">
                  <a:hueOff val="-256224"/>
                  <a:satOff val="-13732"/>
                  <a:lumOff val="-19712"/>
                  <a:alpha val="61000"/>
                </a:schemeClr>
              </a:solidFill>
              <a:prstDash val="solid"/>
              <a:miter lim="400000"/>
            </a:ln>
          </a:right>
          <a:top>
            <a:ln w="25400" cap="flat">
              <a:solidFill>
                <a:schemeClr val="accent3">
                  <a:hueOff val="-256224"/>
                  <a:satOff val="-13732"/>
                  <a:lumOff val="-19712"/>
                  <a:alpha val="61000"/>
                </a:schemeClr>
              </a:solidFill>
              <a:prstDash val="solid"/>
              <a:miter lim="400000"/>
            </a:ln>
          </a:top>
          <a:bottom>
            <a:ln w="25400" cap="flat">
              <a:solidFill>
                <a:schemeClr val="accent3">
                  <a:hueOff val="-256224"/>
                  <a:satOff val="-13732"/>
                  <a:lumOff val="-19712"/>
                  <a:alpha val="61000"/>
                </a:schemeClr>
              </a:solidFill>
              <a:prstDash val="solid"/>
              <a:miter lim="400000"/>
            </a:ln>
          </a:bottom>
          <a:insideH>
            <a:ln w="25400" cap="flat">
              <a:solidFill>
                <a:schemeClr val="accent3">
                  <a:hueOff val="-256224"/>
                  <a:satOff val="-13732"/>
                  <a:lumOff val="-19712"/>
                  <a:alpha val="61000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3">
                  <a:hueOff val="-256224"/>
                  <a:satOff val="-13732"/>
                  <a:lumOff val="-19712"/>
                  <a:alpha val="61000"/>
                </a:scheme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chemeClr val="accent3">
                  <a:hueOff val="-256224"/>
                  <a:satOff val="-13732"/>
                  <a:lumOff val="-19712"/>
                  <a:alpha val="61000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chemeClr val="accent3">
                  <a:hueOff val="-256224"/>
                  <a:satOff val="-13732"/>
                  <a:lumOff val="-19712"/>
                  <a:alpha val="61000"/>
                </a:schemeClr>
              </a:solidFill>
              <a:prstDash val="solid"/>
              <a:miter lim="400000"/>
            </a:ln>
          </a:bottom>
          <a:insideH>
            <a:ln w="25400" cap="flat">
              <a:solidFill>
                <a:schemeClr val="accent3">
                  <a:hueOff val="-256224"/>
                  <a:satOff val="-13732"/>
                  <a:lumOff val="-19712"/>
                  <a:alpha val="61000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33BA23B1-9221-436E-865A-0063620EA4FD}" styleName="">
    <a:tblBg/>
    <a:wholeTbl>
      <a:tcTxStyle b="off" i="off">
        <a:font>
          <a:latin typeface="Iowan Old Style"/>
          <a:ea typeface="Iowan Old Style"/>
          <a:cs typeface="Iowan Old Style"/>
        </a:font>
        <a:srgbClr val="5C5C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>
              <a:alpha val="25000"/>
            </a:srgbClr>
          </a:solidFill>
        </a:fill>
      </a:tcStyle>
    </a:wholeTbl>
    <a:band2H>
      <a:tcTxStyle b="def" i="def"/>
      <a:tcStyle>
        <a:tcBdr/>
        <a:fill>
          <a:solidFill>
            <a:srgbClr val="AEAEAE">
              <a:alpha val="25000"/>
            </a:srgbClr>
          </a:solidFill>
        </a:fill>
      </a:tcStyle>
    </a:band2H>
    <a:firstCol>
      <a:tcTxStyle b="off" i="off">
        <a:fontRef idx="minor">
          <a:srgbClr val="5C5C5C"/>
        </a:fontRef>
        <a:srgbClr val="5C5C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797B8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>
              <a:alpha val="25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1504B">
              <a:alpha val="8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1504B">
              <a:alpha val="80000"/>
            </a:srgb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Iowan Old Style"/>
          <a:ea typeface="Iowan Old Style"/>
          <a:cs typeface="Iowan Old Style"/>
        </a:font>
        <a:srgbClr val="5C5C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C5C5C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C5C5C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C5C5C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Ref idx="minor">
          <a:srgbClr val="5C5C5C"/>
        </a:fontRef>
        <a:srgbClr val="5C5C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C5C5C"/>
              </a:solidFill>
              <a:prstDash val="solid"/>
              <a:miter lim="400000"/>
            </a:ln>
          </a:right>
          <a:top>
            <a:ln w="12700" cap="flat">
              <a:solidFill>
                <a:srgbClr val="5C5C5C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C5C5C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C5C5C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5C5C5C"/>
        </a:fontRef>
        <a:srgbClr val="5C5C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C5C5C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C5C5C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5C5C5C"/>
        </a:fontRef>
        <a:srgbClr val="5C5C5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C5C5C"/>
              </a:solidFill>
              <a:prstDash val="solid"/>
              <a:miter lim="400000"/>
            </a:ln>
          </a:bottom>
          <a:insideH>
            <a:ln w="12700" cap="flat">
              <a:solidFill>
                <a:srgbClr val="5C5C5C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" name="Shape 12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线条"/>
          <p:cNvSpPr/>
          <p:nvPr>
            <p:ph type="body" sz="quarter" idx="13"/>
          </p:nvPr>
        </p:nvSpPr>
        <p:spPr>
          <a:xfrm>
            <a:off x="571500" y="5588000"/>
            <a:ext cx="11875780" cy="3"/>
          </a:xfrm>
          <a:prstGeom prst="line">
            <a:avLst/>
          </a:prstGeom>
          <a:ln w="38100" cap="rnd">
            <a:solidFill>
              <a:srgbClr val="747676"/>
            </a:solidFill>
            <a:custDash>
              <a:ds d="100000" sp="200000"/>
            </a:custDash>
            <a:round/>
          </a:ln>
        </p:spPr>
        <p:txBody>
          <a:bodyPr anchor="ctr">
            <a:noAutofit/>
          </a:bodyPr>
          <a:lstStyle/>
          <a:p>
            <a:pPr marL="0" indent="0" defTabSz="457200">
              <a:spcBef>
                <a:spcPts val="0"/>
              </a:spcBef>
              <a:buSzTx/>
              <a:buFontTx/>
              <a:buNone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2" name="标题文本"/>
          <p:cNvSpPr txBox="1"/>
          <p:nvPr>
            <p:ph type="title"/>
          </p:nvPr>
        </p:nvSpPr>
        <p:spPr>
          <a:xfrm>
            <a:off x="571500" y="571500"/>
            <a:ext cx="11861800" cy="5181600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80000"/>
              </a:lnSpc>
              <a:spcBef>
                <a:spcPts val="0"/>
              </a:spcBef>
              <a:defRPr sz="12100">
                <a:solidFill>
                  <a:srgbClr val="5C5C5C"/>
                </a:solidFill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" name="正文级别 1…"/>
          <p:cNvSpPr txBox="1"/>
          <p:nvPr>
            <p:ph type="body" sz="half" idx="1"/>
          </p:nvPr>
        </p:nvSpPr>
        <p:spPr>
          <a:xfrm>
            <a:off x="571500" y="5676900"/>
            <a:ext cx="11861800" cy="32639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70000"/>
              </a:lnSpc>
              <a:spcBef>
                <a:spcPts val="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1pPr>
            <a:lvl2pPr marL="0" indent="228600" algn="ctr">
              <a:lnSpc>
                <a:spcPct val="70000"/>
              </a:lnSpc>
              <a:spcBef>
                <a:spcPts val="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2pPr>
            <a:lvl3pPr marL="0" indent="457200" algn="ctr">
              <a:lnSpc>
                <a:spcPct val="70000"/>
              </a:lnSpc>
              <a:spcBef>
                <a:spcPts val="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3pPr>
            <a:lvl4pPr marL="0" indent="685800" algn="ctr">
              <a:lnSpc>
                <a:spcPct val="70000"/>
              </a:lnSpc>
              <a:spcBef>
                <a:spcPts val="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4pPr>
            <a:lvl5pPr marL="0" indent="914400" algn="ctr">
              <a:lnSpc>
                <a:spcPct val="70000"/>
              </a:lnSpc>
              <a:spcBef>
                <a:spcPts val="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xfrm>
            <a:off x="12080416" y="9189156"/>
            <a:ext cx="31750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图像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矩形"/>
          <p:cNvSpPr/>
          <p:nvPr>
            <p:ph type="body" sz="half" idx="14"/>
          </p:nvPr>
        </p:nvSpPr>
        <p:spPr>
          <a:xfrm>
            <a:off x="0" y="5422900"/>
            <a:ext cx="13004800" cy="3606800"/>
          </a:xfrm>
          <a:prstGeom prst="rect">
            <a:avLst/>
          </a:prstGeom>
          <a:solidFill>
            <a:srgbClr val="FFFFFF"/>
          </a:solidFill>
        </p:spPr>
        <p:txBody>
          <a:bodyPr anchor="ctr">
            <a:noAutofit/>
          </a:bodyPr>
          <a:lstStyle/>
          <a:p>
            <a:pPr marL="0" indent="0" algn="ctr">
              <a:spcBef>
                <a:spcPts val="0"/>
              </a:spcBef>
              <a:buSzTx/>
              <a:buFontTx/>
              <a:buNone/>
              <a:defRPr sz="2400">
                <a:latin typeface="+mn-lt"/>
                <a:ea typeface="+mn-ea"/>
                <a:cs typeface="+mn-cs"/>
                <a:sym typeface="Baskerville"/>
              </a:defRPr>
            </a:pPr>
          </a:p>
        </p:txBody>
      </p:sp>
      <p:sp>
        <p:nvSpPr>
          <p:cNvPr id="23" name="线条"/>
          <p:cNvSpPr/>
          <p:nvPr>
            <p:ph type="body" sz="quarter" idx="15"/>
          </p:nvPr>
        </p:nvSpPr>
        <p:spPr>
          <a:xfrm flipV="1">
            <a:off x="571500" y="7619996"/>
            <a:ext cx="11874500" cy="4"/>
          </a:xfrm>
          <a:prstGeom prst="line">
            <a:avLst/>
          </a:prstGeom>
          <a:ln w="38100" cap="rnd">
            <a:solidFill>
              <a:srgbClr val="747676"/>
            </a:solidFill>
            <a:custDash>
              <a:ds d="100000" sp="200000"/>
            </a:custDash>
            <a:round/>
          </a:ln>
        </p:spPr>
        <p:txBody>
          <a:bodyPr anchor="ctr">
            <a:noAutofit/>
          </a:bodyPr>
          <a:lstStyle/>
          <a:p>
            <a:pPr marL="0" indent="0" defTabSz="457200">
              <a:spcBef>
                <a:spcPts val="0"/>
              </a:spcBef>
              <a:buSzTx/>
              <a:buFontTx/>
              <a:buNone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4" name="标题文本"/>
          <p:cNvSpPr txBox="1"/>
          <p:nvPr>
            <p:ph type="title"/>
          </p:nvPr>
        </p:nvSpPr>
        <p:spPr>
          <a:xfrm>
            <a:off x="571500" y="5562600"/>
            <a:ext cx="11861800" cy="2209800"/>
          </a:xfrm>
          <a:prstGeom prst="rect">
            <a:avLst/>
          </a:prstGeom>
        </p:spPr>
        <p:txBody>
          <a:bodyPr anchor="b"/>
          <a:lstStyle>
            <a:lvl1pPr algn="r">
              <a:lnSpc>
                <a:spcPct val="80000"/>
              </a:lnSpc>
              <a:spcBef>
                <a:spcPts val="0"/>
              </a:spcBef>
              <a:defRPr sz="12100">
                <a:solidFill>
                  <a:srgbClr val="5C5C5C"/>
                </a:solidFill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5" name="正文级别 1…"/>
          <p:cNvSpPr txBox="1"/>
          <p:nvPr>
            <p:ph type="body" sz="quarter" idx="1"/>
          </p:nvPr>
        </p:nvSpPr>
        <p:spPr>
          <a:xfrm>
            <a:off x="571500" y="7670800"/>
            <a:ext cx="11861800" cy="12319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70000"/>
              </a:lnSpc>
              <a:spcBef>
                <a:spcPts val="60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1pPr>
            <a:lvl2pPr marL="0" indent="228600" algn="r">
              <a:lnSpc>
                <a:spcPct val="70000"/>
              </a:lnSpc>
              <a:spcBef>
                <a:spcPts val="60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2pPr>
            <a:lvl3pPr marL="0" indent="457200" algn="r">
              <a:lnSpc>
                <a:spcPct val="70000"/>
              </a:lnSpc>
              <a:spcBef>
                <a:spcPts val="60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3pPr>
            <a:lvl4pPr marL="0" indent="685800" algn="r">
              <a:lnSpc>
                <a:spcPct val="70000"/>
              </a:lnSpc>
              <a:spcBef>
                <a:spcPts val="60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4pPr>
            <a:lvl5pPr marL="0" indent="914400" algn="r">
              <a:lnSpc>
                <a:spcPct val="70000"/>
              </a:lnSpc>
              <a:spcBef>
                <a:spcPts val="60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6" name="幻灯片编号"/>
          <p:cNvSpPr txBox="1"/>
          <p:nvPr>
            <p:ph type="sldNum" sz="quarter" idx="2"/>
          </p:nvPr>
        </p:nvSpPr>
        <p:spPr>
          <a:xfrm>
            <a:off x="12084377" y="9194800"/>
            <a:ext cx="317501" cy="330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BCBCB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文本"/>
          <p:cNvSpPr txBox="1"/>
          <p:nvPr>
            <p:ph type="title"/>
          </p:nvPr>
        </p:nvSpPr>
        <p:spPr>
          <a:xfrm>
            <a:off x="571500" y="571500"/>
            <a:ext cx="11861800" cy="5181600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80000"/>
              </a:lnSpc>
              <a:spcBef>
                <a:spcPts val="0"/>
              </a:spcBef>
              <a:defRPr sz="12100">
                <a:solidFill>
                  <a:srgbClr val="5C5C5C"/>
                </a:solidFill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34" name="幻灯片编号"/>
          <p:cNvSpPr txBox="1"/>
          <p:nvPr>
            <p:ph type="sldNum" sz="quarter" idx="2"/>
          </p:nvPr>
        </p:nvSpPr>
        <p:spPr>
          <a:xfrm>
            <a:off x="12075329" y="9189156"/>
            <a:ext cx="31750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图像"/>
          <p:cNvSpPr/>
          <p:nvPr>
            <p:ph type="pic" idx="13"/>
          </p:nvPr>
        </p:nvSpPr>
        <p:spPr>
          <a:xfrm>
            <a:off x="7531100" y="0"/>
            <a:ext cx="54737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2" name="线条"/>
          <p:cNvSpPr/>
          <p:nvPr>
            <p:ph type="body" sz="quarter" idx="14"/>
          </p:nvPr>
        </p:nvSpPr>
        <p:spPr>
          <a:xfrm flipV="1">
            <a:off x="571500" y="7619998"/>
            <a:ext cx="6451600" cy="3"/>
          </a:xfrm>
          <a:prstGeom prst="line">
            <a:avLst/>
          </a:prstGeom>
          <a:ln w="38100" cap="rnd">
            <a:solidFill>
              <a:srgbClr val="747676"/>
            </a:solidFill>
            <a:custDash>
              <a:ds d="100000" sp="200000"/>
            </a:custDash>
            <a:round/>
          </a:ln>
        </p:spPr>
        <p:txBody>
          <a:bodyPr anchor="ctr">
            <a:noAutofit/>
          </a:bodyPr>
          <a:lstStyle/>
          <a:p>
            <a:pPr marL="0" indent="0" defTabSz="457200">
              <a:spcBef>
                <a:spcPts val="0"/>
              </a:spcBef>
              <a:buSzTx/>
              <a:buFontTx/>
              <a:buNone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3" name="标题文本"/>
          <p:cNvSpPr txBox="1"/>
          <p:nvPr>
            <p:ph type="title"/>
          </p:nvPr>
        </p:nvSpPr>
        <p:spPr>
          <a:xfrm>
            <a:off x="571500" y="571500"/>
            <a:ext cx="6451600" cy="7213600"/>
          </a:xfrm>
          <a:prstGeom prst="rect">
            <a:avLst/>
          </a:prstGeom>
        </p:spPr>
        <p:txBody>
          <a:bodyPr anchor="b"/>
          <a:lstStyle>
            <a:lvl1pPr algn="r">
              <a:lnSpc>
                <a:spcPct val="80000"/>
              </a:lnSpc>
              <a:spcBef>
                <a:spcPts val="0"/>
              </a:spcBef>
              <a:defRPr sz="12100">
                <a:solidFill>
                  <a:srgbClr val="5C5C5C"/>
                </a:solidFill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44" name="正文级别 1…"/>
          <p:cNvSpPr txBox="1"/>
          <p:nvPr>
            <p:ph type="body" sz="quarter" idx="1"/>
          </p:nvPr>
        </p:nvSpPr>
        <p:spPr>
          <a:xfrm>
            <a:off x="571500" y="7670800"/>
            <a:ext cx="6451600" cy="13589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70000"/>
              </a:lnSpc>
              <a:spcBef>
                <a:spcPts val="60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1pPr>
            <a:lvl2pPr marL="0" indent="228600" algn="r">
              <a:lnSpc>
                <a:spcPct val="70000"/>
              </a:lnSpc>
              <a:spcBef>
                <a:spcPts val="60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2pPr>
            <a:lvl3pPr marL="0" indent="457200" algn="r">
              <a:lnSpc>
                <a:spcPct val="70000"/>
              </a:lnSpc>
              <a:spcBef>
                <a:spcPts val="60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3pPr>
            <a:lvl4pPr marL="0" indent="685800" algn="r">
              <a:lnSpc>
                <a:spcPct val="70000"/>
              </a:lnSpc>
              <a:spcBef>
                <a:spcPts val="60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4pPr>
            <a:lvl5pPr marL="0" indent="914400" algn="r">
              <a:lnSpc>
                <a:spcPct val="70000"/>
              </a:lnSpc>
              <a:spcBef>
                <a:spcPts val="600"/>
              </a:spcBef>
              <a:buSzTx/>
              <a:buFontTx/>
              <a:buNone/>
              <a:defRPr i="1" sz="4800">
                <a:solidFill>
                  <a:srgbClr val="747676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xfrm>
            <a:off x="12084377" y="9194800"/>
            <a:ext cx="317501" cy="330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BCBCB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线条"/>
          <p:cNvSpPr/>
          <p:nvPr>
            <p:ph type="body" sz="quarter" idx="13"/>
          </p:nvPr>
        </p:nvSpPr>
        <p:spPr>
          <a:xfrm>
            <a:off x="571500" y="1574800"/>
            <a:ext cx="11861800" cy="0"/>
          </a:xfrm>
          <a:prstGeom prst="line">
            <a:avLst/>
          </a:prstGeom>
          <a:ln w="38100" cap="rnd">
            <a:solidFill>
              <a:srgbClr val="747676"/>
            </a:solidFill>
            <a:custDash>
              <a:ds d="100000" sp="200000"/>
            </a:custDash>
            <a:round/>
          </a:ln>
        </p:spPr>
        <p:txBody>
          <a:bodyPr anchor="ctr">
            <a:noAutofit/>
          </a:bodyPr>
          <a:lstStyle/>
          <a:p>
            <a:pPr marL="0" indent="0" defTabSz="457200">
              <a:spcBef>
                <a:spcPts val="0"/>
              </a:spcBef>
              <a:buSzTx/>
              <a:buFontTx/>
              <a:buNone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53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线条"/>
          <p:cNvSpPr/>
          <p:nvPr>
            <p:ph type="body" sz="quarter" idx="13"/>
          </p:nvPr>
        </p:nvSpPr>
        <p:spPr>
          <a:xfrm>
            <a:off x="571500" y="1574800"/>
            <a:ext cx="11861800" cy="0"/>
          </a:xfrm>
          <a:prstGeom prst="line">
            <a:avLst/>
          </a:prstGeom>
          <a:ln w="38100" cap="rnd">
            <a:solidFill>
              <a:srgbClr val="747676"/>
            </a:solidFill>
            <a:custDash>
              <a:ds d="100000" sp="200000"/>
            </a:custDash>
            <a:round/>
          </a:ln>
        </p:spPr>
        <p:txBody>
          <a:bodyPr anchor="ctr">
            <a:noAutofit/>
          </a:bodyPr>
          <a:lstStyle/>
          <a:p>
            <a:pPr marL="0" indent="0" defTabSz="457200">
              <a:spcBef>
                <a:spcPts val="0"/>
              </a:spcBef>
              <a:buSzTx/>
              <a:buFontTx/>
              <a:buNone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62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63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图像"/>
          <p:cNvSpPr/>
          <p:nvPr>
            <p:ph type="pic" idx="13"/>
          </p:nvPr>
        </p:nvSpPr>
        <p:spPr>
          <a:xfrm>
            <a:off x="0" y="0"/>
            <a:ext cx="64389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2" name="线条"/>
          <p:cNvSpPr/>
          <p:nvPr>
            <p:ph type="body" sz="quarter" idx="14"/>
          </p:nvPr>
        </p:nvSpPr>
        <p:spPr>
          <a:xfrm>
            <a:off x="7023100" y="1574800"/>
            <a:ext cx="5397500" cy="0"/>
          </a:xfrm>
          <a:prstGeom prst="line">
            <a:avLst/>
          </a:prstGeom>
          <a:ln w="38100" cap="rnd">
            <a:solidFill>
              <a:srgbClr val="747676"/>
            </a:solidFill>
            <a:custDash>
              <a:ds d="100000" sp="200000"/>
            </a:custDash>
            <a:round/>
          </a:ln>
        </p:spPr>
        <p:txBody>
          <a:bodyPr anchor="ctr">
            <a:noAutofit/>
          </a:bodyPr>
          <a:lstStyle/>
          <a:p>
            <a:pPr marL="0" indent="0" defTabSz="457200">
              <a:spcBef>
                <a:spcPts val="0"/>
              </a:spcBef>
              <a:buSzTx/>
              <a:buFontTx/>
              <a:buNone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3" name="标题文本"/>
          <p:cNvSpPr txBox="1"/>
          <p:nvPr>
            <p:ph type="title"/>
          </p:nvPr>
        </p:nvSpPr>
        <p:spPr>
          <a:xfrm>
            <a:off x="7023100" y="723900"/>
            <a:ext cx="5397500" cy="723900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74" name="正文级别 1…"/>
          <p:cNvSpPr txBox="1"/>
          <p:nvPr>
            <p:ph type="body" sz="half" idx="1"/>
          </p:nvPr>
        </p:nvSpPr>
        <p:spPr>
          <a:xfrm>
            <a:off x="7023100" y="1803400"/>
            <a:ext cx="5397500" cy="7226300"/>
          </a:xfrm>
          <a:prstGeom prst="rect">
            <a:avLst/>
          </a:prstGeom>
        </p:spPr>
        <p:txBody>
          <a:bodyPr/>
          <a:lstStyle>
            <a:lvl1pPr marL="406400" indent="-406400">
              <a:defRPr sz="2800"/>
            </a:lvl1pPr>
            <a:lvl2pPr marL="812800" indent="-406400">
              <a:defRPr sz="2800"/>
            </a:lvl2pPr>
            <a:lvl3pPr marL="1219200" indent="-406400">
              <a:defRPr sz="2800"/>
            </a:lvl3pPr>
            <a:lvl4pPr marL="1625600" indent="-406400">
              <a:defRPr sz="2800"/>
            </a:lvl4pPr>
            <a:lvl5pPr marL="2032000" indent="-406400"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图像"/>
          <p:cNvSpPr/>
          <p:nvPr>
            <p:ph type="pic" idx="13"/>
          </p:nvPr>
        </p:nvSpPr>
        <p:spPr>
          <a:xfrm>
            <a:off x="571500" y="571500"/>
            <a:ext cx="7429500" cy="7315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1" name="图像"/>
          <p:cNvSpPr/>
          <p:nvPr>
            <p:ph type="pic" sz="quarter" idx="14"/>
          </p:nvPr>
        </p:nvSpPr>
        <p:spPr>
          <a:xfrm>
            <a:off x="8128000" y="571500"/>
            <a:ext cx="4305300" cy="3594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2" name="图像"/>
          <p:cNvSpPr/>
          <p:nvPr>
            <p:ph type="pic" sz="quarter" idx="15"/>
          </p:nvPr>
        </p:nvSpPr>
        <p:spPr>
          <a:xfrm>
            <a:off x="8128000" y="4292600"/>
            <a:ext cx="4305300" cy="3594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3" name="正文级别 1…"/>
          <p:cNvSpPr txBox="1"/>
          <p:nvPr>
            <p:ph type="body" sz="quarter" idx="1"/>
          </p:nvPr>
        </p:nvSpPr>
        <p:spPr>
          <a:xfrm>
            <a:off x="571500" y="8051800"/>
            <a:ext cx="11861800" cy="13335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400"/>
              </a:spcBef>
              <a:buSzTx/>
              <a:buFontTx/>
              <a:buNone/>
              <a:defRPr i="1" spc="28" sz="2800"/>
            </a:lvl1pPr>
            <a:lvl2pPr marL="0" indent="228600">
              <a:spcBef>
                <a:spcPts val="1400"/>
              </a:spcBef>
              <a:buSzTx/>
              <a:buFontTx/>
              <a:buNone/>
              <a:defRPr i="1" spc="28" sz="2800"/>
            </a:lvl2pPr>
            <a:lvl3pPr marL="0" indent="457200">
              <a:spcBef>
                <a:spcPts val="1400"/>
              </a:spcBef>
              <a:buSzTx/>
              <a:buFontTx/>
              <a:buNone/>
              <a:defRPr i="1" spc="28" sz="2800"/>
            </a:lvl3pPr>
            <a:lvl4pPr marL="0" indent="685800">
              <a:spcBef>
                <a:spcPts val="1400"/>
              </a:spcBef>
              <a:buSzTx/>
              <a:buFontTx/>
              <a:buNone/>
              <a:defRPr i="1" spc="28" sz="2800"/>
            </a:lvl4pPr>
            <a:lvl5pPr marL="0" indent="914400">
              <a:spcBef>
                <a:spcPts val="1400"/>
              </a:spcBef>
              <a:buSzTx/>
              <a:buFontTx/>
              <a:buNone/>
              <a:defRPr i="1" spc="28"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“"/>
          <p:cNvSpPr txBox="1"/>
          <p:nvPr/>
        </p:nvSpPr>
        <p:spPr>
          <a:xfrm>
            <a:off x="508000" y="1771650"/>
            <a:ext cx="1697832" cy="317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i="0" spc="0" sz="21000">
                <a:solidFill>
                  <a:srgbClr val="E4E4E4"/>
                </a:solidFill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02" name="在此键入引文。"/>
          <p:cNvSpPr txBox="1"/>
          <p:nvPr>
            <p:ph type="body" sz="quarter" idx="13"/>
          </p:nvPr>
        </p:nvSpPr>
        <p:spPr>
          <a:xfrm>
            <a:off x="1943100" y="3870536"/>
            <a:ext cx="10490200" cy="9525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1600"/>
              </a:spcBef>
              <a:buSzTx/>
              <a:buFontTx/>
              <a:buNone/>
              <a:defRPr sz="4800">
                <a:solidFill>
                  <a:srgbClr val="747676"/>
                </a:solidFill>
              </a:defRPr>
            </a:lvl1pPr>
          </a:lstStyle>
          <a:p>
            <a:pPr/>
            <a:r>
              <a:t>在此键入引文。</a:t>
            </a:r>
          </a:p>
        </p:txBody>
      </p:sp>
      <p:sp>
        <p:nvSpPr>
          <p:cNvPr id="103" name="-Johnny Appleseed"/>
          <p:cNvSpPr txBox="1"/>
          <p:nvPr>
            <p:ph type="body" sz="quarter" idx="14"/>
          </p:nvPr>
        </p:nvSpPr>
        <p:spPr>
          <a:xfrm>
            <a:off x="1943100" y="7772400"/>
            <a:ext cx="10490200" cy="939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70000"/>
              </a:lnSpc>
              <a:spcBef>
                <a:spcPts val="1600"/>
              </a:spcBef>
              <a:buSzTx/>
              <a:buFontTx/>
              <a:buNone/>
              <a:defRPr i="1" sz="4800">
                <a:solidFill>
                  <a:srgbClr val="6B6D6D"/>
                </a:solidFill>
              </a:defRPr>
            </a:lvl1pPr>
          </a:lstStyle>
          <a:p>
            <a:pPr/>
            <a:r>
              <a:t>-Johnny Appleseed</a:t>
            </a:r>
          </a:p>
        </p:txBody>
      </p:sp>
      <p:sp>
        <p:nvSpPr>
          <p:cNvPr id="10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图像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BCBCB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571500" y="723900"/>
            <a:ext cx="11861800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571500" y="1803400"/>
            <a:ext cx="11861800" cy="722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72911" y="9194800"/>
            <a:ext cx="317501" cy="330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spcBef>
                <a:spcPts val="0"/>
              </a:spcBef>
              <a:defRPr i="0" spc="0" sz="1600">
                <a:solidFill>
                  <a:srgbClr val="747676"/>
                </a:solidFill>
                <a:latin typeface="+mn-lt"/>
                <a:ea typeface="+mn-ea"/>
                <a:cs typeface="+mn-cs"/>
                <a:sym typeface="Baskervill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l" defTabSz="584200" rtl="0" latinLnBrk="0">
        <a:lnSpc>
          <a:spcPct val="10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5200" u="none">
          <a:ln>
            <a:noFill/>
          </a:ln>
          <a:solidFill>
            <a:srgbClr val="747676"/>
          </a:solidFill>
          <a:uFillTx/>
          <a:latin typeface="+mn-lt"/>
          <a:ea typeface="+mn-ea"/>
          <a:cs typeface="+mn-cs"/>
          <a:sym typeface="Baskerville"/>
        </a:defRPr>
      </a:lvl1pPr>
      <a:lvl2pPr marL="0" marR="0" indent="228600" algn="l" defTabSz="584200" rtl="0" latinLnBrk="0">
        <a:lnSpc>
          <a:spcPct val="10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5200" u="none">
          <a:ln>
            <a:noFill/>
          </a:ln>
          <a:solidFill>
            <a:srgbClr val="747676"/>
          </a:solidFill>
          <a:uFillTx/>
          <a:latin typeface="+mn-lt"/>
          <a:ea typeface="+mn-ea"/>
          <a:cs typeface="+mn-cs"/>
          <a:sym typeface="Baskerville"/>
        </a:defRPr>
      </a:lvl2pPr>
      <a:lvl3pPr marL="0" marR="0" indent="457200" algn="l" defTabSz="584200" rtl="0" latinLnBrk="0">
        <a:lnSpc>
          <a:spcPct val="10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5200" u="none">
          <a:ln>
            <a:noFill/>
          </a:ln>
          <a:solidFill>
            <a:srgbClr val="747676"/>
          </a:solidFill>
          <a:uFillTx/>
          <a:latin typeface="+mn-lt"/>
          <a:ea typeface="+mn-ea"/>
          <a:cs typeface="+mn-cs"/>
          <a:sym typeface="Baskerville"/>
        </a:defRPr>
      </a:lvl3pPr>
      <a:lvl4pPr marL="0" marR="0" indent="685800" algn="l" defTabSz="584200" rtl="0" latinLnBrk="0">
        <a:lnSpc>
          <a:spcPct val="10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5200" u="none">
          <a:ln>
            <a:noFill/>
          </a:ln>
          <a:solidFill>
            <a:srgbClr val="747676"/>
          </a:solidFill>
          <a:uFillTx/>
          <a:latin typeface="+mn-lt"/>
          <a:ea typeface="+mn-ea"/>
          <a:cs typeface="+mn-cs"/>
          <a:sym typeface="Baskerville"/>
        </a:defRPr>
      </a:lvl4pPr>
      <a:lvl5pPr marL="0" marR="0" indent="914400" algn="l" defTabSz="584200" rtl="0" latinLnBrk="0">
        <a:lnSpc>
          <a:spcPct val="10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5200" u="none">
          <a:ln>
            <a:noFill/>
          </a:ln>
          <a:solidFill>
            <a:srgbClr val="747676"/>
          </a:solidFill>
          <a:uFillTx/>
          <a:latin typeface="+mn-lt"/>
          <a:ea typeface="+mn-ea"/>
          <a:cs typeface="+mn-cs"/>
          <a:sym typeface="Baskerville"/>
        </a:defRPr>
      </a:lvl5pPr>
      <a:lvl6pPr marL="0" marR="0" indent="1143000" algn="l" defTabSz="584200" rtl="0" latinLnBrk="0">
        <a:lnSpc>
          <a:spcPct val="10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5200" u="none">
          <a:ln>
            <a:noFill/>
          </a:ln>
          <a:solidFill>
            <a:srgbClr val="747676"/>
          </a:solidFill>
          <a:uFillTx/>
          <a:latin typeface="+mn-lt"/>
          <a:ea typeface="+mn-ea"/>
          <a:cs typeface="+mn-cs"/>
          <a:sym typeface="Baskerville"/>
        </a:defRPr>
      </a:lvl6pPr>
      <a:lvl7pPr marL="0" marR="0" indent="1371600" algn="l" defTabSz="584200" rtl="0" latinLnBrk="0">
        <a:lnSpc>
          <a:spcPct val="10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5200" u="none">
          <a:ln>
            <a:noFill/>
          </a:ln>
          <a:solidFill>
            <a:srgbClr val="747676"/>
          </a:solidFill>
          <a:uFillTx/>
          <a:latin typeface="+mn-lt"/>
          <a:ea typeface="+mn-ea"/>
          <a:cs typeface="+mn-cs"/>
          <a:sym typeface="Baskerville"/>
        </a:defRPr>
      </a:lvl7pPr>
      <a:lvl8pPr marL="0" marR="0" indent="1600200" algn="l" defTabSz="584200" rtl="0" latinLnBrk="0">
        <a:lnSpc>
          <a:spcPct val="10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5200" u="none">
          <a:ln>
            <a:noFill/>
          </a:ln>
          <a:solidFill>
            <a:srgbClr val="747676"/>
          </a:solidFill>
          <a:uFillTx/>
          <a:latin typeface="+mn-lt"/>
          <a:ea typeface="+mn-ea"/>
          <a:cs typeface="+mn-cs"/>
          <a:sym typeface="Baskerville"/>
        </a:defRPr>
      </a:lvl8pPr>
      <a:lvl9pPr marL="0" marR="0" indent="1828800" algn="l" defTabSz="584200" rtl="0" latinLnBrk="0">
        <a:lnSpc>
          <a:spcPct val="10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5200" u="none">
          <a:ln>
            <a:noFill/>
          </a:ln>
          <a:solidFill>
            <a:srgbClr val="747676"/>
          </a:solidFill>
          <a:uFillTx/>
          <a:latin typeface="+mn-lt"/>
          <a:ea typeface="+mn-ea"/>
          <a:cs typeface="+mn-cs"/>
          <a:sym typeface="Baskerville"/>
        </a:defRPr>
      </a:lvl9pPr>
    </p:titleStyle>
    <p:bodyStyle>
      <a:lvl1pPr marL="469900" marR="0" indent="-469900" algn="l" defTabSz="584200" rtl="0" latinLnBrk="0">
        <a:lnSpc>
          <a:spcPct val="100000"/>
        </a:lnSpc>
        <a:spcBef>
          <a:spcPts val="1800"/>
        </a:spcBef>
        <a:spcAft>
          <a:spcPts val="0"/>
        </a:spcAft>
        <a:buClrTx/>
        <a:buSzPct val="75000"/>
        <a:buFont typeface="Zapf Dingbats"/>
        <a:buChar char="➤"/>
        <a:tabLst/>
        <a:defRPr b="0" baseline="0" cap="none" i="0" spc="0" strike="noStrike" sz="3200" u="none">
          <a:ln>
            <a:noFill/>
          </a:ln>
          <a:solidFill>
            <a:srgbClr val="5C5C5C"/>
          </a:solidFill>
          <a:uFillTx/>
          <a:latin typeface="Iowan Old Style"/>
          <a:ea typeface="Iowan Old Style"/>
          <a:cs typeface="Iowan Old Style"/>
          <a:sym typeface="Iowan Old Style"/>
        </a:defRPr>
      </a:lvl1pPr>
      <a:lvl2pPr marL="939800" marR="0" indent="-469900" algn="l" defTabSz="584200" rtl="0" latinLnBrk="0">
        <a:lnSpc>
          <a:spcPct val="100000"/>
        </a:lnSpc>
        <a:spcBef>
          <a:spcPts val="1800"/>
        </a:spcBef>
        <a:spcAft>
          <a:spcPts val="0"/>
        </a:spcAft>
        <a:buClrTx/>
        <a:buSzPct val="75000"/>
        <a:buFont typeface="Zapf Dingbats"/>
        <a:buChar char="➤"/>
        <a:tabLst/>
        <a:defRPr b="0" baseline="0" cap="none" i="0" spc="0" strike="noStrike" sz="3200" u="none">
          <a:ln>
            <a:noFill/>
          </a:ln>
          <a:solidFill>
            <a:srgbClr val="5C5C5C"/>
          </a:solidFill>
          <a:uFillTx/>
          <a:latin typeface="Iowan Old Style"/>
          <a:ea typeface="Iowan Old Style"/>
          <a:cs typeface="Iowan Old Style"/>
          <a:sym typeface="Iowan Old Style"/>
        </a:defRPr>
      </a:lvl2pPr>
      <a:lvl3pPr marL="1409700" marR="0" indent="-469900" algn="l" defTabSz="584200" rtl="0" latinLnBrk="0">
        <a:lnSpc>
          <a:spcPct val="100000"/>
        </a:lnSpc>
        <a:spcBef>
          <a:spcPts val="1800"/>
        </a:spcBef>
        <a:spcAft>
          <a:spcPts val="0"/>
        </a:spcAft>
        <a:buClrTx/>
        <a:buSzPct val="75000"/>
        <a:buFont typeface="Zapf Dingbats"/>
        <a:buChar char="➤"/>
        <a:tabLst/>
        <a:defRPr b="0" baseline="0" cap="none" i="0" spc="0" strike="noStrike" sz="3200" u="none">
          <a:ln>
            <a:noFill/>
          </a:ln>
          <a:solidFill>
            <a:srgbClr val="5C5C5C"/>
          </a:solidFill>
          <a:uFillTx/>
          <a:latin typeface="Iowan Old Style"/>
          <a:ea typeface="Iowan Old Style"/>
          <a:cs typeface="Iowan Old Style"/>
          <a:sym typeface="Iowan Old Style"/>
        </a:defRPr>
      </a:lvl3pPr>
      <a:lvl4pPr marL="1879600" marR="0" indent="-469900" algn="l" defTabSz="584200" rtl="0" latinLnBrk="0">
        <a:lnSpc>
          <a:spcPct val="100000"/>
        </a:lnSpc>
        <a:spcBef>
          <a:spcPts val="1800"/>
        </a:spcBef>
        <a:spcAft>
          <a:spcPts val="0"/>
        </a:spcAft>
        <a:buClrTx/>
        <a:buSzPct val="75000"/>
        <a:buFont typeface="Zapf Dingbats"/>
        <a:buChar char="➤"/>
        <a:tabLst/>
        <a:defRPr b="0" baseline="0" cap="none" i="0" spc="0" strike="noStrike" sz="3200" u="none">
          <a:ln>
            <a:noFill/>
          </a:ln>
          <a:solidFill>
            <a:srgbClr val="5C5C5C"/>
          </a:solidFill>
          <a:uFillTx/>
          <a:latin typeface="Iowan Old Style"/>
          <a:ea typeface="Iowan Old Style"/>
          <a:cs typeface="Iowan Old Style"/>
          <a:sym typeface="Iowan Old Style"/>
        </a:defRPr>
      </a:lvl4pPr>
      <a:lvl5pPr marL="2349500" marR="0" indent="-469900" algn="l" defTabSz="584200" rtl="0" latinLnBrk="0">
        <a:lnSpc>
          <a:spcPct val="100000"/>
        </a:lnSpc>
        <a:spcBef>
          <a:spcPts val="1800"/>
        </a:spcBef>
        <a:spcAft>
          <a:spcPts val="0"/>
        </a:spcAft>
        <a:buClrTx/>
        <a:buSzPct val="75000"/>
        <a:buFont typeface="Zapf Dingbats"/>
        <a:buChar char="➤"/>
        <a:tabLst/>
        <a:defRPr b="0" baseline="0" cap="none" i="0" spc="0" strike="noStrike" sz="3200" u="none">
          <a:ln>
            <a:noFill/>
          </a:ln>
          <a:solidFill>
            <a:srgbClr val="5C5C5C"/>
          </a:solidFill>
          <a:uFillTx/>
          <a:latin typeface="Iowan Old Style"/>
          <a:ea typeface="Iowan Old Style"/>
          <a:cs typeface="Iowan Old Style"/>
          <a:sym typeface="Iowan Old Style"/>
        </a:defRPr>
      </a:lvl5pPr>
      <a:lvl6pPr marL="2819400" marR="0" indent="-469900" algn="l" defTabSz="584200" rtl="0" latinLnBrk="0">
        <a:lnSpc>
          <a:spcPct val="100000"/>
        </a:lnSpc>
        <a:spcBef>
          <a:spcPts val="1800"/>
        </a:spcBef>
        <a:spcAft>
          <a:spcPts val="0"/>
        </a:spcAft>
        <a:buClrTx/>
        <a:buSzPct val="75000"/>
        <a:buFont typeface="Zapf Dingbats"/>
        <a:buChar char="➤"/>
        <a:tabLst/>
        <a:defRPr b="0" baseline="0" cap="none" i="0" spc="0" strike="noStrike" sz="3200" u="none">
          <a:ln>
            <a:noFill/>
          </a:ln>
          <a:solidFill>
            <a:srgbClr val="5C5C5C"/>
          </a:solidFill>
          <a:uFillTx/>
          <a:latin typeface="Iowan Old Style"/>
          <a:ea typeface="Iowan Old Style"/>
          <a:cs typeface="Iowan Old Style"/>
          <a:sym typeface="Iowan Old Style"/>
        </a:defRPr>
      </a:lvl6pPr>
      <a:lvl7pPr marL="3289300" marR="0" indent="-469900" algn="l" defTabSz="584200" rtl="0" latinLnBrk="0">
        <a:lnSpc>
          <a:spcPct val="100000"/>
        </a:lnSpc>
        <a:spcBef>
          <a:spcPts val="1800"/>
        </a:spcBef>
        <a:spcAft>
          <a:spcPts val="0"/>
        </a:spcAft>
        <a:buClrTx/>
        <a:buSzPct val="75000"/>
        <a:buFont typeface="Zapf Dingbats"/>
        <a:buChar char="➤"/>
        <a:tabLst/>
        <a:defRPr b="0" baseline="0" cap="none" i="0" spc="0" strike="noStrike" sz="3200" u="none">
          <a:ln>
            <a:noFill/>
          </a:ln>
          <a:solidFill>
            <a:srgbClr val="5C5C5C"/>
          </a:solidFill>
          <a:uFillTx/>
          <a:latin typeface="Iowan Old Style"/>
          <a:ea typeface="Iowan Old Style"/>
          <a:cs typeface="Iowan Old Style"/>
          <a:sym typeface="Iowan Old Style"/>
        </a:defRPr>
      </a:lvl7pPr>
      <a:lvl8pPr marL="3759200" marR="0" indent="-469900" algn="l" defTabSz="584200" rtl="0" latinLnBrk="0">
        <a:lnSpc>
          <a:spcPct val="100000"/>
        </a:lnSpc>
        <a:spcBef>
          <a:spcPts val="1800"/>
        </a:spcBef>
        <a:spcAft>
          <a:spcPts val="0"/>
        </a:spcAft>
        <a:buClrTx/>
        <a:buSzPct val="75000"/>
        <a:buFont typeface="Zapf Dingbats"/>
        <a:buChar char="➤"/>
        <a:tabLst/>
        <a:defRPr b="0" baseline="0" cap="none" i="0" spc="0" strike="noStrike" sz="3200" u="none">
          <a:ln>
            <a:noFill/>
          </a:ln>
          <a:solidFill>
            <a:srgbClr val="5C5C5C"/>
          </a:solidFill>
          <a:uFillTx/>
          <a:latin typeface="Iowan Old Style"/>
          <a:ea typeface="Iowan Old Style"/>
          <a:cs typeface="Iowan Old Style"/>
          <a:sym typeface="Iowan Old Style"/>
        </a:defRPr>
      </a:lvl8pPr>
      <a:lvl9pPr marL="4229100" marR="0" indent="-469900" algn="l" defTabSz="584200" rtl="0" latinLnBrk="0">
        <a:lnSpc>
          <a:spcPct val="100000"/>
        </a:lnSpc>
        <a:spcBef>
          <a:spcPts val="1800"/>
        </a:spcBef>
        <a:spcAft>
          <a:spcPts val="0"/>
        </a:spcAft>
        <a:buClrTx/>
        <a:buSzPct val="75000"/>
        <a:buFont typeface="Zapf Dingbats"/>
        <a:buChar char="➤"/>
        <a:tabLst/>
        <a:defRPr b="0" baseline="0" cap="none" i="0" spc="0" strike="noStrike" sz="3200" u="none">
          <a:ln>
            <a:noFill/>
          </a:ln>
          <a:solidFill>
            <a:srgbClr val="5C5C5C"/>
          </a:solidFill>
          <a:uFillTx/>
          <a:latin typeface="Iowan Old Style"/>
          <a:ea typeface="Iowan Old Style"/>
          <a:cs typeface="Iowan Old Style"/>
          <a:sym typeface="Iowan Old Style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1pPr>
      <a:lvl2pPr marL="0" marR="0" indent="228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2pPr>
      <a:lvl3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3pPr>
      <a:lvl4pPr marL="0" marR="0" indent="685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4pPr>
      <a:lvl5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5pPr>
      <a:lvl6pPr marL="0" marR="0" indent="1143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6pPr>
      <a:lvl7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7pPr>
      <a:lvl8pPr marL="0" marR="0" indent="1600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8pPr>
      <a:lvl9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Baskervill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线条"/>
          <p:cNvSpPr/>
          <p:nvPr>
            <p:ph type="body" idx="13"/>
          </p:nvPr>
        </p:nvSpPr>
        <p:spPr>
          <a:prstGeom prst="line">
            <a:avLst/>
          </a:prstGeom>
        </p:spPr>
        <p:txBody>
          <a:bodyPr/>
          <a:lstStyle/>
          <a:p>
            <a:pPr marL="0" indent="0" defTabSz="457200">
              <a:spcBef>
                <a:spcPts val="0"/>
              </a:spcBef>
              <a:buSzTx/>
              <a:buFontTx/>
              <a:buNone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29" name="分享趴运营支出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54A9F9"/>
          </a:solidFill>
        </p:spPr>
        <p:txBody>
          <a:bodyPr/>
          <a:lstStyle>
            <a:lvl1pPr algn="ctr" defTabSz="572516">
              <a:spcBef>
                <a:spcPts val="0"/>
              </a:spcBef>
              <a:defRPr cap="none" sz="3528">
                <a:solidFill>
                  <a:srgbClr val="FFFFFF"/>
                </a:solidFill>
                <a:latin typeface="ヒラギノ角ゴ StdN"/>
                <a:ea typeface="ヒラギノ角ゴ StdN"/>
                <a:cs typeface="ヒラギノ角ゴ StdN"/>
                <a:sym typeface="ヒラギノ角ゴ StdN"/>
              </a:defRPr>
            </a:lvl1pPr>
          </a:lstStyle>
          <a:p>
            <a:pPr/>
            <a:r>
              <a:t>分享趴运营支出</a:t>
            </a:r>
          </a:p>
        </p:txBody>
      </p:sp>
      <p:sp>
        <p:nvSpPr>
          <p:cNvPr id="130" name="分享者只要在组织内，有分享都会获得分享费，每次60-200不等根据他分享等级而定"/>
          <p:cNvSpPr/>
          <p:nvPr/>
        </p:nvSpPr>
        <p:spPr>
          <a:xfrm>
            <a:off x="2188616" y="2089150"/>
            <a:ext cx="8309522" cy="1484115"/>
          </a:xfrm>
          <a:prstGeom prst="roundRect">
            <a:avLst>
              <a:gd name="adj" fmla="val 15139"/>
            </a:avLst>
          </a:prstGeom>
          <a:solidFill>
            <a:srgbClr val="54A9F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  <a:defRPr i="0" spc="0" sz="30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t>    分享者只要在组织内，有分享都会获得分享费，每次</a:t>
            </a:r>
            <a:r>
              <a:rPr sz="3200"/>
              <a:t>60-200</a:t>
            </a:r>
            <a:r>
              <a:t>不等根据他分享等级而定 </a:t>
            </a:r>
          </a:p>
        </p:txBody>
      </p:sp>
      <p:sp>
        <p:nvSpPr>
          <p:cNvPr id="131" name="城市舵主们的每月的运营管理费费"/>
          <p:cNvSpPr/>
          <p:nvPr/>
        </p:nvSpPr>
        <p:spPr>
          <a:xfrm>
            <a:off x="2238573" y="3832052"/>
            <a:ext cx="8209608" cy="1075235"/>
          </a:xfrm>
          <a:prstGeom prst="roundRect">
            <a:avLst>
              <a:gd name="adj" fmla="val 20896"/>
            </a:avLst>
          </a:prstGeom>
          <a:solidFill>
            <a:srgbClr val="54A9F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i="0" spc="0" sz="38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lvl1pPr>
          </a:lstStyle>
          <a:p>
            <a:pPr/>
            <a:r>
              <a:t>   城市舵主们的每月的运营管理费费 </a:t>
            </a:r>
          </a:p>
        </p:txBody>
      </p:sp>
      <p:sp>
        <p:nvSpPr>
          <p:cNvPr id="132" name="分享趴幕后运营团队的服务费…"/>
          <p:cNvSpPr/>
          <p:nvPr/>
        </p:nvSpPr>
        <p:spPr>
          <a:xfrm>
            <a:off x="2294135" y="5268390"/>
            <a:ext cx="8209609" cy="1075234"/>
          </a:xfrm>
          <a:prstGeom prst="roundRect">
            <a:avLst>
              <a:gd name="adj" fmla="val 20896"/>
            </a:avLst>
          </a:prstGeom>
          <a:solidFill>
            <a:srgbClr val="54A9F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i="0" spc="0" sz="36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t>  分享趴幕后运营团队的服务费</a:t>
            </a:r>
          </a:p>
          <a:p>
            <a:pPr algn="ctr"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i="0" spc="0" sz="36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t>    比如新人审核</a:t>
            </a:r>
          </a:p>
          <a:p>
            <a:pPr algn="ctr"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i="0" spc="0" sz="36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t>比如我现在这面对你正在进行的人工审核 </a:t>
            </a:r>
          </a:p>
        </p:txBody>
      </p:sp>
      <p:sp>
        <p:nvSpPr>
          <p:cNvPr id="133" name="分享趴官方小程序功能开发和维护费费"/>
          <p:cNvSpPr/>
          <p:nvPr/>
        </p:nvSpPr>
        <p:spPr>
          <a:xfrm>
            <a:off x="2279228" y="6951910"/>
            <a:ext cx="8239423" cy="1075235"/>
          </a:xfrm>
          <a:prstGeom prst="roundRect">
            <a:avLst>
              <a:gd name="adj" fmla="val 20166"/>
            </a:avLst>
          </a:prstGeom>
          <a:solidFill>
            <a:srgbClr val="54A9F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i="0" spc="0" sz="32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lvl1pPr>
          </a:lstStyle>
          <a:p>
            <a:pPr/>
            <a:r>
              <a:t>     分享趴官方小程序功能开发和维护费费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经费说明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54A9F9"/>
          </a:solidFill>
        </p:spPr>
        <p:txBody>
          <a:bodyPr/>
          <a:lstStyle>
            <a:lvl1pPr algn="ctr" defTabSz="572516">
              <a:spcBef>
                <a:spcPts val="0"/>
              </a:spcBef>
              <a:defRPr cap="none" sz="3528">
                <a:solidFill>
                  <a:srgbClr val="FFFFFF"/>
                </a:solidFill>
                <a:latin typeface="ヒラギノ角ゴ StdN"/>
                <a:ea typeface="ヒラギノ角ゴ StdN"/>
                <a:cs typeface="ヒラギノ角ゴ StdN"/>
                <a:sym typeface="ヒラギノ角ゴ StdN"/>
              </a:defRPr>
            </a:lvl1pPr>
          </a:lstStyle>
          <a:p>
            <a:pPr/>
            <a:r>
              <a:t>经费说明</a:t>
            </a:r>
          </a:p>
        </p:txBody>
      </p:sp>
      <p:sp>
        <p:nvSpPr>
          <p:cNvPr id="136" name="￥ 467 （3.5年有效期，预计可参与…"/>
          <p:cNvSpPr/>
          <p:nvPr/>
        </p:nvSpPr>
        <p:spPr>
          <a:xfrm>
            <a:off x="2188616" y="1884808"/>
            <a:ext cx="8209609" cy="1719661"/>
          </a:xfrm>
          <a:prstGeom prst="roundRect">
            <a:avLst>
              <a:gd name="adj" fmla="val 13066"/>
            </a:avLst>
          </a:prstGeom>
          <a:solidFill>
            <a:srgbClr val="54A9F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spcBef>
                <a:spcPts val="0"/>
              </a:spcBef>
              <a:defRPr i="0" spc="0" sz="30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rPr sz="3600"/>
              <a:t>￥ </a:t>
            </a:r>
            <a:r>
              <a:rPr sz="3700"/>
              <a:t>467</a:t>
            </a:r>
            <a:r>
              <a:t> （3.5年有效期，</a:t>
            </a:r>
            <a:r>
              <a:rPr sz="2500"/>
              <a:t>预计可参与</a:t>
            </a:r>
            <a:endParaRPr sz="2500"/>
          </a:p>
          <a:p>
            <a:pPr algn="ctr">
              <a:spcBef>
                <a:spcPts val="0"/>
              </a:spcBef>
              <a:defRPr i="0" spc="0" sz="30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rPr sz="2500"/>
              <a:t>15-26次线下分享活动，20-36次线上分享课</a:t>
            </a:r>
            <a:r>
              <a:t>）</a:t>
            </a:r>
          </a:p>
        </p:txBody>
      </p:sp>
      <p:sp>
        <p:nvSpPr>
          <p:cNvPr id="137" name="圆角矩形"/>
          <p:cNvSpPr/>
          <p:nvPr/>
        </p:nvSpPr>
        <p:spPr>
          <a:xfrm>
            <a:off x="2188616" y="4166193"/>
            <a:ext cx="8209609" cy="1637137"/>
          </a:xfrm>
          <a:prstGeom prst="roundRect">
            <a:avLst>
              <a:gd name="adj" fmla="val 13724"/>
            </a:avLst>
          </a:prstGeom>
          <a:solidFill>
            <a:srgbClr val="54A9F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i="0" spc="0" sz="38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</a:p>
        </p:txBody>
      </p:sp>
      <p:sp>
        <p:nvSpPr>
          <p:cNvPr id="138" name="比如我现在这面对你正在进行的人工审核"/>
          <p:cNvSpPr/>
          <p:nvPr/>
        </p:nvSpPr>
        <p:spPr>
          <a:xfrm>
            <a:off x="2188616" y="6243237"/>
            <a:ext cx="8209609" cy="1637137"/>
          </a:xfrm>
          <a:prstGeom prst="roundRect">
            <a:avLst>
              <a:gd name="adj" fmla="val 13724"/>
            </a:avLst>
          </a:prstGeom>
          <a:solidFill>
            <a:srgbClr val="54A9F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i="0" spc="0" sz="36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t> </a:t>
            </a:r>
          </a:p>
          <a:p>
            <a:pPr algn="ctr"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i="0" spc="0" sz="36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t>   </a:t>
            </a:r>
          </a:p>
          <a:p>
            <a:pPr algn="ctr"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i="0" spc="0" sz="36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t>比如我现在这面对你正在进行的人工审核 </a:t>
            </a:r>
          </a:p>
        </p:txBody>
      </p:sp>
      <p:sp>
        <p:nvSpPr>
          <p:cNvPr id="139" name="￥ 527 （3年有效期，）"/>
          <p:cNvSpPr txBox="1"/>
          <p:nvPr/>
        </p:nvSpPr>
        <p:spPr>
          <a:xfrm>
            <a:off x="3652004" y="4758563"/>
            <a:ext cx="4901833" cy="57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spcBef>
                <a:spcPts val="0"/>
              </a:spcBef>
              <a:defRPr i="0" spc="0" sz="30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rPr sz="3600"/>
              <a:t>￥ </a:t>
            </a:r>
            <a:r>
              <a:rPr sz="3700"/>
              <a:t>527</a:t>
            </a:r>
            <a:r>
              <a:t> （3年有效期，）</a:t>
            </a:r>
          </a:p>
        </p:txBody>
      </p:sp>
      <p:sp>
        <p:nvSpPr>
          <p:cNvPr id="140" name="￥ 667 （6年有效期，预计可参与…"/>
          <p:cNvSpPr txBox="1"/>
          <p:nvPr/>
        </p:nvSpPr>
        <p:spPr>
          <a:xfrm>
            <a:off x="3076764" y="6490508"/>
            <a:ext cx="6255513" cy="1264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spcBef>
                <a:spcPts val="0"/>
              </a:spcBef>
              <a:defRPr i="0" spc="0" sz="30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rPr sz="3600"/>
              <a:t>￥ </a:t>
            </a:r>
            <a:r>
              <a:rPr sz="3700"/>
              <a:t>667</a:t>
            </a:r>
            <a:r>
              <a:t> （6年有效期，</a:t>
            </a:r>
            <a:r>
              <a:rPr sz="2000"/>
              <a:t>预计可参与</a:t>
            </a:r>
            <a:endParaRPr sz="2000"/>
          </a:p>
          <a:p>
            <a:pPr algn="ctr">
              <a:spcBef>
                <a:spcPts val="0"/>
              </a:spcBef>
              <a:defRPr i="0" spc="0" sz="3000">
                <a:solidFill>
                  <a:srgbClr val="FFFFFF"/>
                </a:solidFill>
                <a:latin typeface="ヒラギノ角ゴ Std"/>
                <a:ea typeface="ヒラギノ角ゴ Std"/>
                <a:cs typeface="ヒラギノ角ゴ Std"/>
                <a:sym typeface="ヒラギノ角ゴ Std"/>
              </a:defRPr>
            </a:pPr>
            <a:r>
              <a:rPr sz="2000"/>
              <a:t>60-80次线下分享活动，100-120次线上分享课</a:t>
            </a:r>
            <a:r>
              <a:t>）</a:t>
            </a:r>
          </a:p>
        </p:txBody>
      </p:sp>
      <p:sp>
        <p:nvSpPr>
          <p:cNvPr id="141" name="本月加入"/>
          <p:cNvSpPr txBox="1"/>
          <p:nvPr/>
        </p:nvSpPr>
        <p:spPr>
          <a:xfrm>
            <a:off x="453644" y="2439838"/>
            <a:ext cx="1550925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本月加入</a:t>
            </a:r>
          </a:p>
        </p:txBody>
      </p:sp>
      <p:sp>
        <p:nvSpPr>
          <p:cNvPr id="142" name="下个月加入"/>
          <p:cNvSpPr txBox="1"/>
          <p:nvPr/>
        </p:nvSpPr>
        <p:spPr>
          <a:xfrm>
            <a:off x="274066" y="4742688"/>
            <a:ext cx="191008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下个月加入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29CCAF"/>
            </a:gs>
            <a:gs pos="100000">
              <a:schemeClr val="accent1">
                <a:hueOff val="147319"/>
                <a:satOff val="13526"/>
                <a:lumOff val="-23026"/>
              </a:scheme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分享趴导师公益鼓励金"/>
          <p:cNvSpPr txBox="1"/>
          <p:nvPr>
            <p:ph type="title"/>
          </p:nvPr>
        </p:nvSpPr>
        <p:spPr>
          <a:xfrm>
            <a:off x="3740025" y="349250"/>
            <a:ext cx="5524750" cy="723900"/>
          </a:xfrm>
          <a:prstGeom prst="rect">
            <a:avLst/>
          </a:prstGeom>
          <a:solidFill>
            <a:schemeClr val="accent2">
              <a:satOff val="17042"/>
              <a:lumOff val="11017"/>
            </a:schemeClr>
          </a:solidFill>
          <a:ln w="9525">
            <a:round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/>
          <a:lstStyle>
            <a:lvl1pPr algn="ctr" defTabSz="479044">
              <a:spcBef>
                <a:spcPts val="0"/>
              </a:spcBef>
              <a:defRPr b="1" cap="none" sz="2952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分享趴导师公益鼓励金</a:t>
            </a:r>
          </a:p>
        </p:txBody>
      </p:sp>
      <p:graphicFrame>
        <p:nvGraphicFramePr>
          <p:cNvPr id="145" name="表格"/>
          <p:cNvGraphicFramePr/>
          <p:nvPr/>
        </p:nvGraphicFramePr>
        <p:xfrm>
          <a:off x="483607" y="1594184"/>
          <a:ext cx="12062986" cy="6916255"/>
        </p:xfrm>
        <a:graphic xmlns:a="http://schemas.openxmlformats.org/drawingml/2006/main">
          <a:graphicData uri="http://schemas.openxmlformats.org/drawingml/2006/table">
            <a:tbl>
              <a:tblPr firstCol="1" firstRow="0" lastCol="0" lastRow="0" bandCol="0" bandRow="1" rtl="0">
                <a:tableStyleId>{C7B018BB-80A7-4F77-B60F-C8B233D01FF8}</a:tableStyleId>
              </a:tblPr>
              <a:tblGrid>
                <a:gridCol w="2633540"/>
                <a:gridCol w="2248405"/>
                <a:gridCol w="2287983"/>
                <a:gridCol w="2572263"/>
                <a:gridCol w="2295393"/>
              </a:tblGrid>
              <a:tr h="1148475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8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分享阶梯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T w="38100">
                      <a:solidFill>
                        <a:srgbClr val="FFFFFF"/>
                      </a:solidFill>
                      <a:miter lim="400000"/>
                    </a:lnT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8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t>线上分享鼓励金</a:t>
                      </a:r>
                      <a:r>
                        <a:rPr sz="2000"/>
                        <a:t>（每次）</a:t>
                      </a:r>
                      <a:r>
                        <a:t>(（</a:t>
                      </a:r>
                      <a:r>
                        <a:t>（me）</a:t>
                      </a:r>
                    </a:p>
                  </a:txBody>
                  <a:tcPr marL="50800" marR="50800" marT="50800" marB="50800" anchor="ctr" anchorCtr="0" horzOverflow="overflow">
                    <a:lnT w="38100">
                      <a:solidFill>
                        <a:srgbClr val="FFFFFF"/>
                      </a:solidFill>
                      <a:miter lim="400000"/>
                    </a:lnT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8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t>线下分享鼓励金</a:t>
                      </a:r>
                      <a:r>
                        <a:rPr sz="2000"/>
                        <a:t>（每次）</a:t>
                      </a:r>
                    </a:p>
                  </a:txBody>
                  <a:tcPr marL="50800" marR="50800" marT="50800" marB="50800" anchor="ctr" anchorCtr="0" horzOverflow="overflow">
                    <a:lnT w="38100">
                      <a:solidFill>
                        <a:srgbClr val="FFFFFF"/>
                      </a:solidFill>
                      <a:miter lim="400000"/>
                    </a:lnT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进阶方式</a:t>
                      </a:r>
                    </a:p>
                  </a:txBody>
                  <a:tcPr marL="50800" marR="50800" marT="50800" marB="50800" anchor="ctr" anchorCtr="0" horzOverflow="overflow">
                    <a:lnT w="38100">
                      <a:solidFill>
                        <a:srgbClr val="FFFFFF"/>
                      </a:solidFill>
                      <a:miter lim="400000"/>
                    </a:lnT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特殊说明</a:t>
                      </a:r>
                    </a:p>
                  </a:txBody>
                  <a:tcPr marL="50800" marR="50800" marT="50800" marB="50800" anchor="ctr" anchorCtr="0" horzOverflow="overflow">
                    <a:lnT w="38100">
                      <a:solidFill>
                        <a:srgbClr val="FFFFFF"/>
                      </a:solidFill>
                      <a:miter lim="400000"/>
                    </a:lnT>
                    <a:solidFill>
                      <a:srgbClr val="FFD479"/>
                    </a:solidFill>
                  </a:tcPr>
                </a:tc>
              </a:tr>
              <a:tr h="1148475">
                <a:tc>
                  <a:txBody>
                    <a:bodyPr/>
                    <a:lstStyle/>
                    <a:p>
                      <a:pPr algn="ctr" defTabSz="457200">
                        <a:defRPr sz="23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t>L</a:t>
                      </a:r>
                      <a:r>
                        <a:t>ev</a:t>
                      </a:r>
                      <a:r>
                        <a:t>1（初学乍到）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有10个分享币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b="1" sz="25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</a:tr>
              <a:tr h="1148475">
                <a:tc>
                  <a:txBody>
                    <a:bodyPr/>
                    <a:lstStyle/>
                    <a:p>
                      <a:pPr algn="ctr" defTabSz="457200">
                        <a:defRPr sz="23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t>L</a:t>
                      </a:r>
                      <a:r>
                        <a:t>ev2</a:t>
                      </a:r>
                      <a:r>
                        <a:t>（智者达观）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sym typeface="Iowan Old Style"/>
                        </a:rPr>
                        <a:t>30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sym typeface="Iowan Old Style"/>
                        </a:rPr>
                        <a:t>60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有20个分享币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个别沙龙福利活动，仅限Lev3或技能星级3星及以上的会员参与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</a:tr>
              <a:tr h="1148475">
                <a:tc>
                  <a:txBody>
                    <a:bodyPr/>
                    <a:lstStyle/>
                    <a:p>
                      <a:pPr algn="ctr" defTabSz="457200">
                        <a:defRPr sz="23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t>L</a:t>
                      </a:r>
                      <a:r>
                        <a:t>ev3</a:t>
                      </a:r>
                      <a:r>
                        <a:t>（初为人师）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sym typeface="Iowan Old Style"/>
                        </a:rPr>
                        <a:t>60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sym typeface="Iowan Old Style"/>
                        </a:rPr>
                        <a:t>120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FFFFFF"/>
                          </a:solidFill>
                          <a:sym typeface="Iowan Old Style"/>
                        </a:rPr>
                        <a:t>有35个分享币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vMerge="1">
                  <a:tcPr/>
                </a:tc>
              </a:tr>
              <a:tr h="1148475">
                <a:tc>
                  <a:txBody>
                    <a:bodyPr/>
                    <a:lstStyle/>
                    <a:p>
                      <a:pPr algn="ctr" defTabSz="457200">
                        <a:defRPr sz="23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t>L</a:t>
                      </a:r>
                      <a:r>
                        <a:t>ev4</a:t>
                      </a:r>
                      <a:r>
                        <a:t>（仁人明师）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2800">
                          <a:solidFill>
                            <a:srgbClr val="FFFFFF"/>
                          </a:solidFill>
                          <a:sym typeface="Iowan Old Style"/>
                        </a:defRPr>
                      </a:pPr>
                      <a:r>
                        <a:t>90</a:t>
                      </a:r>
                      <a:r>
                        <a:rPr b="1" sz="2000">
                          <a:solidFill>
                            <a:schemeClr val="accent4">
                              <a:satOff val="15429"/>
                              <a:lumOff val="553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(进总裁群)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2800">
                          <a:solidFill>
                            <a:srgbClr val="FFFFFF"/>
                          </a:solidFill>
                          <a:sym typeface="Iowan Old Style"/>
                        </a:defRPr>
                      </a:pPr>
                      <a:r>
                        <a:t>150</a:t>
                      </a:r>
                      <a:r>
                        <a:rPr b="1" sz="2000">
                          <a:solidFill>
                            <a:schemeClr val="accent4">
                              <a:satOff val="15429"/>
                              <a:lumOff val="553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(进总裁群)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FFFFFF"/>
                          </a:solidFill>
                          <a:sym typeface="Iowan Old Style"/>
                        </a:rPr>
                        <a:t>有50个分享币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vMerge="1">
                  <a:tcPr/>
                </a:tc>
              </a:tr>
              <a:tr h="1148475">
                <a:tc>
                  <a:txBody>
                    <a:bodyPr/>
                    <a:lstStyle/>
                    <a:p>
                      <a:pPr algn="ctr" defTabSz="457200">
                        <a:defRPr sz="23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t>L</a:t>
                      </a:r>
                      <a:r>
                        <a:t>ev5</a:t>
                      </a:r>
                      <a:r>
                        <a:t>（终身学习）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2800">
                          <a:solidFill>
                            <a:srgbClr val="FFFFFF"/>
                          </a:solidFill>
                          <a:sym typeface="Iowan Old Style"/>
                        </a:defRPr>
                      </a:pPr>
                      <a:r>
                        <a:t>120</a:t>
                      </a:r>
                      <a:r>
                        <a:rPr b="1" sz="2000">
                          <a:solidFill>
                            <a:schemeClr val="accent4">
                              <a:satOff val="15429"/>
                              <a:lumOff val="553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(会费全额退)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2800">
                          <a:solidFill>
                            <a:srgbClr val="FFFFFF"/>
                          </a:solidFill>
                          <a:sym typeface="Iowan Old Style"/>
                        </a:defRPr>
                      </a:pPr>
                      <a:r>
                        <a:t>200</a:t>
                      </a:r>
                      <a:r>
                        <a:rPr sz="2000">
                          <a:solidFill>
                            <a:schemeClr val="accent4">
                              <a:satOff val="15429"/>
                              <a:lumOff val="5536"/>
                            </a:schemeClr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(会费全额退)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FFFFFF"/>
                          </a:solidFill>
                          <a:sym typeface="Iowan Old Style"/>
                        </a:rPr>
                        <a:t>有70个分享币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146" name="公式：线上分享一次得5个分享币，线下分享一次得10个分享币，参与线下活动一次得3个分享币" descr="公式：线上分享一次得5个分享币，线下分享一次得10个分享币，参与线下活动一次得3个分享币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5825" y="8671867"/>
            <a:ext cx="11557250" cy="754163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29CCAF"/>
            </a:gs>
            <a:gs pos="100000">
              <a:schemeClr val="accent1">
                <a:hueOff val="147319"/>
                <a:satOff val="13526"/>
                <a:lumOff val="-23026"/>
              </a:scheme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分享趴城市部落线上分享排行榜"/>
          <p:cNvSpPr txBox="1"/>
          <p:nvPr>
            <p:ph type="title"/>
          </p:nvPr>
        </p:nvSpPr>
        <p:spPr>
          <a:xfrm>
            <a:off x="3740025" y="349250"/>
            <a:ext cx="5524750" cy="723900"/>
          </a:xfrm>
          <a:prstGeom prst="rect">
            <a:avLst/>
          </a:prstGeom>
          <a:solidFill>
            <a:schemeClr val="accent2">
              <a:satOff val="17042"/>
              <a:lumOff val="11017"/>
            </a:schemeClr>
          </a:solidFill>
          <a:ln w="9525">
            <a:round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/>
          <a:lstStyle>
            <a:lvl1pPr algn="ctr" defTabSz="479044">
              <a:spcBef>
                <a:spcPts val="0"/>
              </a:spcBef>
              <a:defRPr b="1" cap="none" sz="2952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分享趴城市部落线上分享排行榜</a:t>
            </a:r>
          </a:p>
        </p:txBody>
      </p:sp>
      <p:graphicFrame>
        <p:nvGraphicFramePr>
          <p:cNvPr id="149" name="表格"/>
          <p:cNvGraphicFramePr/>
          <p:nvPr/>
        </p:nvGraphicFramePr>
        <p:xfrm>
          <a:off x="722145" y="1556084"/>
          <a:ext cx="11242545" cy="5926300"/>
        </p:xfrm>
        <a:graphic xmlns:a="http://schemas.openxmlformats.org/drawingml/2006/main">
          <a:graphicData uri="http://schemas.openxmlformats.org/drawingml/2006/table">
            <a:tbl>
              <a:tblPr firstCol="1" firstRow="0" lastCol="0" lastRow="0" bandCol="0" bandRow="1" rtl="0">
                <a:tableStyleId>{C7B018BB-80A7-4F77-B60F-C8B233D01FF8}</a:tableStyleId>
              </a:tblPr>
              <a:tblGrid>
                <a:gridCol w="3794114"/>
                <a:gridCol w="3711515"/>
                <a:gridCol w="3711515"/>
              </a:tblGrid>
              <a:tr h="590089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8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城市部落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T w="38100">
                      <a:solidFill>
                        <a:srgbClr val="FFFFFF"/>
                      </a:solidFill>
                      <a:miter lim="400000"/>
                    </a:lnT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团队已获得积分</a:t>
                      </a:r>
                    </a:p>
                  </a:txBody>
                  <a:tcPr marL="50800" marR="50800" marT="50800" marB="50800" anchor="ctr" anchorCtr="0" horzOverflow="overflow">
                    <a:lnT w="38100">
                      <a:solidFill>
                        <a:srgbClr val="FFFFFF"/>
                      </a:solidFill>
                      <a:miter lim="400000"/>
                    </a:lnT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特殊说明</a:t>
                      </a:r>
                    </a:p>
                  </a:txBody>
                  <a:tcPr marL="50800" marR="50800" marT="50800" marB="50800" anchor="ctr" anchorCtr="0" horzOverflow="overflow">
                    <a:lnT w="38100">
                      <a:solidFill>
                        <a:srgbClr val="FFFFFF"/>
                      </a:solidFill>
                      <a:miter lim="400000"/>
                    </a:lnT>
                    <a:solidFill>
                      <a:srgbClr val="FFD479"/>
                    </a:solidFill>
                  </a:tcPr>
                </a:tc>
              </a:tr>
              <a:tr h="590089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杭州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8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</a:tr>
              <a:tr h="590089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南京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sym typeface="Iowan Old Style"/>
                        </a:rPr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l">
                        <a:defRPr b="1" sz="24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t>年度累计获得积分最多的城市部落，可获得分享趴提供的，举办年会的大礼包，经费赞助，聚餐补贴，以及满额的新年红包。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</a:tr>
              <a:tr h="590089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武汉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sym typeface="Iowan Old Style"/>
                        </a:rPr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vMerge="1">
                  <a:tcPr/>
                </a:tc>
              </a:tr>
              <a:tr h="590089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广州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sym typeface="Iowan Old Style"/>
                        </a:rPr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vMerge="1">
                  <a:tcPr/>
                </a:tc>
              </a:tr>
              <a:tr h="590089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深圳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2800">
                          <a:solidFill>
                            <a:srgbClr val="FFFFFF"/>
                          </a:solidFill>
                          <a:sym typeface="Iowan Old Styl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vMerge="1">
                  <a:tcPr/>
                </a:tc>
              </a:tr>
              <a:tr h="590089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上海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2800">
                          <a:solidFill>
                            <a:srgbClr val="FFFFFF"/>
                          </a:solidFill>
                          <a:sym typeface="Iowan Old Styl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vMerge="1">
                  <a:tcPr/>
                </a:tc>
              </a:tr>
              <a:tr h="590089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成都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2800">
                          <a:solidFill>
                            <a:srgbClr val="FFFFFF"/>
                          </a:solidFill>
                          <a:sym typeface="Iowan Old Styl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vMerge="1">
                  <a:tcPr/>
                </a:tc>
              </a:tr>
              <a:tr h="590089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重庆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2800">
                          <a:solidFill>
                            <a:srgbClr val="FFFFFF"/>
                          </a:solidFill>
                          <a:sym typeface="Iowan Old Styl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vMerge="1">
                  <a:tcPr/>
                </a:tc>
              </a:tr>
              <a:tr h="590089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30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北京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solidFill>
                      <a:srgbClr val="FFD47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tabLst>
                          <a:tab pos="914400" algn="l"/>
                        </a:tabLst>
                        <a:defRPr sz="2800">
                          <a:solidFill>
                            <a:srgbClr val="FFFFFF"/>
                          </a:solidFill>
                          <a:sym typeface="Iowan Old Styl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3">
                        <a:hueOff val="278599"/>
                        <a:satOff val="19149"/>
                        <a:lumOff val="6862"/>
                      </a:schemeClr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150" name="规则：线上分享，每周一次，由分享导师代表自己所在的城市进行分享，每个月月底，根据分享导师发的分享日记，获得点赞数的多少，评选出最佳分享Team（得20分+团队66元红包），最优分享Team（得10分+40元红包）" descr="规则：线上分享，每周一次，由分享导师代表自己所在的城市进行分享，每个月月底，根据分享导师发的分享日记，获得点赞数的多少，评选出最佳分享Team（得20分+团队66元红包），最优分享Team（得10分+40元红包）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5743" y="7635118"/>
            <a:ext cx="11557249" cy="1743473"/>
          </a:xfrm>
          <a:prstGeom prst="rect">
            <a:avLst/>
          </a:prstGeom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New_Template9">
  <a:themeElements>
    <a:clrScheme name="New_Template9">
      <a:dk1>
        <a:srgbClr val="5C5C5C"/>
      </a:dk1>
      <a:lt1>
        <a:srgbClr val="FFFFFF"/>
      </a:lt1>
      <a:dk2>
        <a:srgbClr val="5C5C5C"/>
      </a:dk2>
      <a:lt2>
        <a:srgbClr val="CBCBCB"/>
      </a:lt2>
      <a:accent1>
        <a:srgbClr val="80989C"/>
      </a:accent1>
      <a:accent2>
        <a:srgbClr val="A8AB65"/>
      </a:accent2>
      <a:accent3>
        <a:srgbClr val="CBAC69"/>
      </a:accent3>
      <a:accent4>
        <a:srgbClr val="CF7330"/>
      </a:accent4>
      <a:accent5>
        <a:srgbClr val="B44C34"/>
      </a:accent5>
      <a:accent6>
        <a:srgbClr val="8C869B"/>
      </a:accent6>
      <a:hlink>
        <a:srgbClr val="0000FF"/>
      </a:hlink>
      <a:folHlink>
        <a:srgbClr val="FF00FF"/>
      </a:folHlink>
    </a:clrScheme>
    <a:fontScheme name="New_Template9">
      <a:majorFont>
        <a:latin typeface="Baskerville"/>
        <a:ea typeface="Baskerville"/>
        <a:cs typeface="Baskerville"/>
      </a:majorFont>
      <a:minorFont>
        <a:latin typeface="Baskerville"/>
        <a:ea typeface="Baskerville"/>
        <a:cs typeface="Baskerville"/>
      </a:minorFont>
    </a:fontScheme>
    <a:fmtScheme name="New_Template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-522454"/>
            <a:satOff val="1153"/>
            <a:lumOff val="13444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747676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1400"/>
          </a:spcBef>
          <a:spcAft>
            <a:spcPts val="0"/>
          </a:spcAft>
          <a:buClrTx/>
          <a:buSzTx/>
          <a:buFontTx/>
          <a:buNone/>
          <a:tabLst/>
          <a:defRPr b="0" baseline="0" cap="none" i="1" spc="28" strike="noStrike" sz="2800" u="none" kumimoji="0" normalizeH="0">
            <a:ln>
              <a:noFill/>
            </a:ln>
            <a:solidFill>
              <a:srgbClr val="5C5C5C"/>
            </a:solidFill>
            <a:effectLst/>
            <a:uFillTx/>
            <a:latin typeface="Iowan Old Style"/>
            <a:ea typeface="Iowan Old Style"/>
            <a:cs typeface="Iowan Old Style"/>
            <a:sym typeface="Iowan Old Sty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ew_Template9">
  <a:themeElements>
    <a:clrScheme name="New_Template9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80989C"/>
      </a:accent1>
      <a:accent2>
        <a:srgbClr val="A8AB65"/>
      </a:accent2>
      <a:accent3>
        <a:srgbClr val="CBAC69"/>
      </a:accent3>
      <a:accent4>
        <a:srgbClr val="CF7330"/>
      </a:accent4>
      <a:accent5>
        <a:srgbClr val="B44C34"/>
      </a:accent5>
      <a:accent6>
        <a:srgbClr val="8C869B"/>
      </a:accent6>
      <a:hlink>
        <a:srgbClr val="0000FF"/>
      </a:hlink>
      <a:folHlink>
        <a:srgbClr val="FF00FF"/>
      </a:folHlink>
    </a:clrScheme>
    <a:fontScheme name="New_Template9">
      <a:majorFont>
        <a:latin typeface="Baskerville"/>
        <a:ea typeface="Baskerville"/>
        <a:cs typeface="Baskerville"/>
      </a:majorFont>
      <a:minorFont>
        <a:latin typeface="Baskerville"/>
        <a:ea typeface="Baskerville"/>
        <a:cs typeface="Baskerville"/>
      </a:minorFont>
    </a:fontScheme>
    <a:fmtScheme name="New_Template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-522454"/>
            <a:satOff val="1153"/>
            <a:lumOff val="13444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747676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1400"/>
          </a:spcBef>
          <a:spcAft>
            <a:spcPts val="0"/>
          </a:spcAft>
          <a:buClrTx/>
          <a:buSzTx/>
          <a:buFontTx/>
          <a:buNone/>
          <a:tabLst/>
          <a:defRPr b="0" baseline="0" cap="none" i="1" spc="28" strike="noStrike" sz="2800" u="none" kumimoji="0" normalizeH="0">
            <a:ln>
              <a:noFill/>
            </a:ln>
            <a:solidFill>
              <a:srgbClr val="5C5C5C"/>
            </a:solidFill>
            <a:effectLst/>
            <a:uFillTx/>
            <a:latin typeface="Iowan Old Style"/>
            <a:ea typeface="Iowan Old Style"/>
            <a:cs typeface="Iowan Old Style"/>
            <a:sym typeface="Iowan Old Sty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