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95" r:id="rId4"/>
    <p:sldId id="324" r:id="rId5"/>
    <p:sldId id="297" r:id="rId6"/>
    <p:sldId id="298" r:id="rId7"/>
    <p:sldId id="302" r:id="rId8"/>
    <p:sldId id="304" r:id="rId9"/>
    <p:sldId id="310" r:id="rId10"/>
    <p:sldId id="316" r:id="rId11"/>
    <p:sldId id="320" r:id="rId12"/>
    <p:sldId id="270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1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8464"/>
    <a:srgbClr val="E74C2E"/>
    <a:srgbClr val="131426"/>
    <a:srgbClr val="333F50"/>
    <a:srgbClr val="F7D9D3"/>
    <a:srgbClr val="6E6C67"/>
    <a:srgbClr val="C8C4BC"/>
    <a:srgbClr val="7F82BF"/>
    <a:srgbClr val="F8CDC4"/>
    <a:srgbClr val="F3A5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27" autoAdjust="0"/>
    <p:restoredTop sz="95934" autoAdjust="0"/>
  </p:normalViewPr>
  <p:slideViewPr>
    <p:cSldViewPr snapToGrid="0">
      <p:cViewPr varScale="1">
        <p:scale>
          <a:sx n="70" d="100"/>
          <a:sy n="70" d="100"/>
        </p:scale>
        <p:origin x="978" y="66"/>
      </p:cViewPr>
      <p:guideLst>
        <p:guide orient="horz" pos="2160"/>
        <p:guide pos="3840"/>
        <p:guide orient="horz" pos="21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0EA6E1-AC74-466F-8F19-080EEE14E9C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3F35675-D0F3-48EF-A69E-0F09B8F699B3}">
      <dgm:prSet phldrT="[Text]"/>
      <dgm:spPr/>
      <dgm:t>
        <a:bodyPr/>
        <a:lstStyle/>
        <a:p>
          <a:r>
            <a:rPr lang="zh-CN" altLang="en-US" dirty="0" smtClean="0">
              <a:latin typeface="微软雅黑" pitchFamily="34" charset="-122"/>
              <a:ea typeface="微软雅黑" pitchFamily="34" charset="-122"/>
            </a:rPr>
            <a:t>人</a:t>
          </a:r>
          <a:endParaRPr lang="zh-CN" altLang="en-US" dirty="0">
            <a:latin typeface="微软雅黑" pitchFamily="34" charset="-122"/>
            <a:ea typeface="微软雅黑" pitchFamily="34" charset="-122"/>
          </a:endParaRPr>
        </a:p>
      </dgm:t>
    </dgm:pt>
    <dgm:pt modelId="{D144C336-88B8-4EAF-9B12-93E4AB8504D5}" type="parTrans" cxnId="{9FC85FFF-19D1-4EC0-9252-993A8FAA00D5}">
      <dgm:prSet/>
      <dgm:spPr/>
      <dgm:t>
        <a:bodyPr/>
        <a:lstStyle/>
        <a:p>
          <a:endParaRPr lang="zh-CN" altLang="en-US">
            <a:latin typeface="微软雅黑" pitchFamily="34" charset="-122"/>
            <a:ea typeface="微软雅黑" pitchFamily="34" charset="-122"/>
          </a:endParaRPr>
        </a:p>
      </dgm:t>
    </dgm:pt>
    <dgm:pt modelId="{93B76CC6-D278-4FFD-8949-1E563CB4DD61}" type="sibTrans" cxnId="{9FC85FFF-19D1-4EC0-9252-993A8FAA00D5}">
      <dgm:prSet/>
      <dgm:spPr/>
      <dgm:t>
        <a:bodyPr/>
        <a:lstStyle/>
        <a:p>
          <a:endParaRPr lang="zh-CN" altLang="en-US">
            <a:latin typeface="微软雅黑" pitchFamily="34" charset="-122"/>
            <a:ea typeface="微软雅黑" pitchFamily="34" charset="-122"/>
          </a:endParaRPr>
        </a:p>
      </dgm:t>
    </dgm:pt>
    <dgm:pt modelId="{F7B8A7C2-AD6C-4E2C-A787-0494F17A55DB}">
      <dgm:prSet phldrT="[Text]"/>
      <dgm:spPr/>
      <dgm:t>
        <a:bodyPr/>
        <a:lstStyle/>
        <a:p>
          <a:r>
            <a:rPr lang="zh-CN" altLang="en-US" dirty="0" smtClean="0">
              <a:latin typeface="微软雅黑" pitchFamily="34" charset="-122"/>
              <a:ea typeface="微软雅黑" pitchFamily="34" charset="-122"/>
            </a:rPr>
            <a:t>男人</a:t>
          </a:r>
          <a:endParaRPr lang="zh-CN" altLang="en-US" dirty="0">
            <a:latin typeface="微软雅黑" pitchFamily="34" charset="-122"/>
            <a:ea typeface="微软雅黑" pitchFamily="34" charset="-122"/>
          </a:endParaRPr>
        </a:p>
      </dgm:t>
    </dgm:pt>
    <dgm:pt modelId="{3ADB843B-6C2C-49F0-BF53-1E4995237969}" type="parTrans" cxnId="{E145E815-F3A5-4852-A3D2-EF0FDD5D72DF}">
      <dgm:prSet/>
      <dgm:spPr/>
      <dgm:t>
        <a:bodyPr/>
        <a:lstStyle/>
        <a:p>
          <a:endParaRPr lang="zh-CN" altLang="en-US">
            <a:latin typeface="微软雅黑" pitchFamily="34" charset="-122"/>
            <a:ea typeface="微软雅黑" pitchFamily="34" charset="-122"/>
          </a:endParaRPr>
        </a:p>
      </dgm:t>
    </dgm:pt>
    <dgm:pt modelId="{C036FC42-53D4-403E-A13C-02C24994DA61}" type="sibTrans" cxnId="{E145E815-F3A5-4852-A3D2-EF0FDD5D72DF}">
      <dgm:prSet/>
      <dgm:spPr/>
      <dgm:t>
        <a:bodyPr/>
        <a:lstStyle/>
        <a:p>
          <a:endParaRPr lang="zh-CN" altLang="en-US">
            <a:latin typeface="微软雅黑" pitchFamily="34" charset="-122"/>
            <a:ea typeface="微软雅黑" pitchFamily="34" charset="-122"/>
          </a:endParaRPr>
        </a:p>
      </dgm:t>
    </dgm:pt>
    <dgm:pt modelId="{CDBA1FD3-C4D3-4191-8F45-CBF80A8F4BA8}">
      <dgm:prSet phldrT="[Text]"/>
      <dgm:spPr/>
      <dgm:t>
        <a:bodyPr/>
        <a:lstStyle/>
        <a:p>
          <a:r>
            <a:rPr lang="zh-CN" altLang="en-US" dirty="0" smtClean="0">
              <a:latin typeface="微软雅黑" pitchFamily="34" charset="-122"/>
              <a:ea typeface="微软雅黑" pitchFamily="34" charset="-122"/>
            </a:rPr>
            <a:t>女人</a:t>
          </a:r>
          <a:endParaRPr lang="zh-CN" altLang="en-US" dirty="0">
            <a:latin typeface="微软雅黑" pitchFamily="34" charset="-122"/>
            <a:ea typeface="微软雅黑" pitchFamily="34" charset="-122"/>
          </a:endParaRPr>
        </a:p>
      </dgm:t>
    </dgm:pt>
    <dgm:pt modelId="{4B9CB780-770C-4C95-81F0-B927020B88D2}" type="parTrans" cxnId="{A6FA0B0F-CA3D-498B-B0AA-72F88B42AE20}">
      <dgm:prSet/>
      <dgm:spPr/>
      <dgm:t>
        <a:bodyPr/>
        <a:lstStyle/>
        <a:p>
          <a:endParaRPr lang="zh-CN" altLang="en-US">
            <a:latin typeface="微软雅黑" pitchFamily="34" charset="-122"/>
            <a:ea typeface="微软雅黑" pitchFamily="34" charset="-122"/>
          </a:endParaRPr>
        </a:p>
      </dgm:t>
    </dgm:pt>
    <dgm:pt modelId="{DC0D6ECD-BCD3-47D9-9033-E9C05ACAEEAE}" type="sibTrans" cxnId="{A6FA0B0F-CA3D-498B-B0AA-72F88B42AE20}">
      <dgm:prSet/>
      <dgm:spPr/>
      <dgm:t>
        <a:bodyPr/>
        <a:lstStyle/>
        <a:p>
          <a:endParaRPr lang="zh-CN" altLang="en-US">
            <a:latin typeface="微软雅黑" pitchFamily="34" charset="-122"/>
            <a:ea typeface="微软雅黑" pitchFamily="34" charset="-122"/>
          </a:endParaRPr>
        </a:p>
      </dgm:t>
    </dgm:pt>
    <dgm:pt modelId="{D80E29EA-3E72-4252-BF6F-46EC7842979B}" type="pres">
      <dgm:prSet presAssocID="{360EA6E1-AC74-466F-8F19-080EEE14E9C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1BB54AE-BD7A-4DDB-950C-2411C112769B}" type="pres">
      <dgm:prSet presAssocID="{23F35675-D0F3-48EF-A69E-0F09B8F699B3}" presName="root1" presStyleCnt="0"/>
      <dgm:spPr/>
    </dgm:pt>
    <dgm:pt modelId="{9D26222A-D82D-43A4-A57E-B4464B2480BC}" type="pres">
      <dgm:prSet presAssocID="{23F35675-D0F3-48EF-A69E-0F09B8F699B3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7956536-DE87-43E9-A886-0CE66392072C}" type="pres">
      <dgm:prSet presAssocID="{23F35675-D0F3-48EF-A69E-0F09B8F699B3}" presName="level2hierChild" presStyleCnt="0"/>
      <dgm:spPr/>
    </dgm:pt>
    <dgm:pt modelId="{B0239013-7DFE-4581-BB09-2BDF6941EAD1}" type="pres">
      <dgm:prSet presAssocID="{3ADB843B-6C2C-49F0-BF53-1E4995237969}" presName="conn2-1" presStyleLbl="parChTrans1D2" presStyleIdx="0" presStyleCnt="2"/>
      <dgm:spPr/>
      <dgm:t>
        <a:bodyPr/>
        <a:lstStyle/>
        <a:p>
          <a:endParaRPr lang="zh-CN" altLang="en-US"/>
        </a:p>
      </dgm:t>
    </dgm:pt>
    <dgm:pt modelId="{EB1DFA38-ADF2-4708-8A4C-E0B065E7B43C}" type="pres">
      <dgm:prSet presAssocID="{3ADB843B-6C2C-49F0-BF53-1E4995237969}" presName="connTx" presStyleLbl="parChTrans1D2" presStyleIdx="0" presStyleCnt="2"/>
      <dgm:spPr/>
      <dgm:t>
        <a:bodyPr/>
        <a:lstStyle/>
        <a:p>
          <a:endParaRPr lang="zh-CN" altLang="en-US"/>
        </a:p>
      </dgm:t>
    </dgm:pt>
    <dgm:pt modelId="{A3E2CC22-CD52-41D8-904F-094E569B0B04}" type="pres">
      <dgm:prSet presAssocID="{F7B8A7C2-AD6C-4E2C-A787-0494F17A55DB}" presName="root2" presStyleCnt="0"/>
      <dgm:spPr/>
    </dgm:pt>
    <dgm:pt modelId="{7E716873-72FA-4E15-BACE-12EEF15C2E83}" type="pres">
      <dgm:prSet presAssocID="{F7B8A7C2-AD6C-4E2C-A787-0494F17A55DB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DA1082A-FDA7-41A1-A485-9F8022795FED}" type="pres">
      <dgm:prSet presAssocID="{F7B8A7C2-AD6C-4E2C-A787-0494F17A55DB}" presName="level3hierChild" presStyleCnt="0"/>
      <dgm:spPr/>
    </dgm:pt>
    <dgm:pt modelId="{49AB09A8-7787-45D6-9536-F4F9FC4B0430}" type="pres">
      <dgm:prSet presAssocID="{4B9CB780-770C-4C95-81F0-B927020B88D2}" presName="conn2-1" presStyleLbl="parChTrans1D2" presStyleIdx="1" presStyleCnt="2"/>
      <dgm:spPr/>
      <dgm:t>
        <a:bodyPr/>
        <a:lstStyle/>
        <a:p>
          <a:endParaRPr lang="zh-CN" altLang="en-US"/>
        </a:p>
      </dgm:t>
    </dgm:pt>
    <dgm:pt modelId="{6300C8DD-80A8-4CA1-9714-62C33E7FB197}" type="pres">
      <dgm:prSet presAssocID="{4B9CB780-770C-4C95-81F0-B927020B88D2}" presName="connTx" presStyleLbl="parChTrans1D2" presStyleIdx="1" presStyleCnt="2"/>
      <dgm:spPr/>
      <dgm:t>
        <a:bodyPr/>
        <a:lstStyle/>
        <a:p>
          <a:endParaRPr lang="zh-CN" altLang="en-US"/>
        </a:p>
      </dgm:t>
    </dgm:pt>
    <dgm:pt modelId="{91599F98-A188-4151-B099-006C9A80B4EF}" type="pres">
      <dgm:prSet presAssocID="{CDBA1FD3-C4D3-4191-8F45-CBF80A8F4BA8}" presName="root2" presStyleCnt="0"/>
      <dgm:spPr/>
    </dgm:pt>
    <dgm:pt modelId="{16647E92-3B64-47BF-9405-65E358029CAD}" type="pres">
      <dgm:prSet presAssocID="{CDBA1FD3-C4D3-4191-8F45-CBF80A8F4BA8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570F1DD-229A-46E2-8DF0-1558881E2DE6}" type="pres">
      <dgm:prSet presAssocID="{CDBA1FD3-C4D3-4191-8F45-CBF80A8F4BA8}" presName="level3hierChild" presStyleCnt="0"/>
      <dgm:spPr/>
    </dgm:pt>
  </dgm:ptLst>
  <dgm:cxnLst>
    <dgm:cxn modelId="{F4C99AA6-E4EF-4678-B5D6-3C26625AC5EE}" type="presOf" srcId="{CDBA1FD3-C4D3-4191-8F45-CBF80A8F4BA8}" destId="{16647E92-3B64-47BF-9405-65E358029CAD}" srcOrd="0" destOrd="0" presId="urn:microsoft.com/office/officeart/2005/8/layout/hierarchy2"/>
    <dgm:cxn modelId="{BA1EC7DF-BED4-4006-919E-2DD2C021F548}" type="presOf" srcId="{23F35675-D0F3-48EF-A69E-0F09B8F699B3}" destId="{9D26222A-D82D-43A4-A57E-B4464B2480BC}" srcOrd="0" destOrd="0" presId="urn:microsoft.com/office/officeart/2005/8/layout/hierarchy2"/>
    <dgm:cxn modelId="{D83A080D-07C4-4DB4-B1C5-715B5C9C10A4}" type="presOf" srcId="{F7B8A7C2-AD6C-4E2C-A787-0494F17A55DB}" destId="{7E716873-72FA-4E15-BACE-12EEF15C2E83}" srcOrd="0" destOrd="0" presId="urn:microsoft.com/office/officeart/2005/8/layout/hierarchy2"/>
    <dgm:cxn modelId="{A6FA0B0F-CA3D-498B-B0AA-72F88B42AE20}" srcId="{23F35675-D0F3-48EF-A69E-0F09B8F699B3}" destId="{CDBA1FD3-C4D3-4191-8F45-CBF80A8F4BA8}" srcOrd="1" destOrd="0" parTransId="{4B9CB780-770C-4C95-81F0-B927020B88D2}" sibTransId="{DC0D6ECD-BCD3-47D9-9033-E9C05ACAEEAE}"/>
    <dgm:cxn modelId="{E145E815-F3A5-4852-A3D2-EF0FDD5D72DF}" srcId="{23F35675-D0F3-48EF-A69E-0F09B8F699B3}" destId="{F7B8A7C2-AD6C-4E2C-A787-0494F17A55DB}" srcOrd="0" destOrd="0" parTransId="{3ADB843B-6C2C-49F0-BF53-1E4995237969}" sibTransId="{C036FC42-53D4-403E-A13C-02C24994DA61}"/>
    <dgm:cxn modelId="{649F4593-37F6-4104-8DEF-8646AB0149FC}" type="presOf" srcId="{4B9CB780-770C-4C95-81F0-B927020B88D2}" destId="{49AB09A8-7787-45D6-9536-F4F9FC4B0430}" srcOrd="0" destOrd="0" presId="urn:microsoft.com/office/officeart/2005/8/layout/hierarchy2"/>
    <dgm:cxn modelId="{95F59994-CCC6-4BED-8316-0B6AE8CA4B7A}" type="presOf" srcId="{3ADB843B-6C2C-49F0-BF53-1E4995237969}" destId="{B0239013-7DFE-4581-BB09-2BDF6941EAD1}" srcOrd="0" destOrd="0" presId="urn:microsoft.com/office/officeart/2005/8/layout/hierarchy2"/>
    <dgm:cxn modelId="{64BE2C97-5E1D-4D49-A442-4161C5121612}" type="presOf" srcId="{3ADB843B-6C2C-49F0-BF53-1E4995237969}" destId="{EB1DFA38-ADF2-4708-8A4C-E0B065E7B43C}" srcOrd="1" destOrd="0" presId="urn:microsoft.com/office/officeart/2005/8/layout/hierarchy2"/>
    <dgm:cxn modelId="{9FC85FFF-19D1-4EC0-9252-993A8FAA00D5}" srcId="{360EA6E1-AC74-466F-8F19-080EEE14E9C4}" destId="{23F35675-D0F3-48EF-A69E-0F09B8F699B3}" srcOrd="0" destOrd="0" parTransId="{D144C336-88B8-4EAF-9B12-93E4AB8504D5}" sibTransId="{93B76CC6-D278-4FFD-8949-1E563CB4DD61}"/>
    <dgm:cxn modelId="{E5C0EC17-B12B-488C-A357-2D78FE1F3E23}" type="presOf" srcId="{4B9CB780-770C-4C95-81F0-B927020B88D2}" destId="{6300C8DD-80A8-4CA1-9714-62C33E7FB197}" srcOrd="1" destOrd="0" presId="urn:microsoft.com/office/officeart/2005/8/layout/hierarchy2"/>
    <dgm:cxn modelId="{87B0B3D6-B3FA-4CC6-9F1D-203973B9ADE9}" type="presOf" srcId="{360EA6E1-AC74-466F-8F19-080EEE14E9C4}" destId="{D80E29EA-3E72-4252-BF6F-46EC7842979B}" srcOrd="0" destOrd="0" presId="urn:microsoft.com/office/officeart/2005/8/layout/hierarchy2"/>
    <dgm:cxn modelId="{328B0DFB-F331-4051-8E54-4964D7F3DA9A}" type="presParOf" srcId="{D80E29EA-3E72-4252-BF6F-46EC7842979B}" destId="{A1BB54AE-BD7A-4DDB-950C-2411C112769B}" srcOrd="0" destOrd="0" presId="urn:microsoft.com/office/officeart/2005/8/layout/hierarchy2"/>
    <dgm:cxn modelId="{5663D0DE-24ED-4575-AD55-709D66CEDFC7}" type="presParOf" srcId="{A1BB54AE-BD7A-4DDB-950C-2411C112769B}" destId="{9D26222A-D82D-43A4-A57E-B4464B2480BC}" srcOrd="0" destOrd="0" presId="urn:microsoft.com/office/officeart/2005/8/layout/hierarchy2"/>
    <dgm:cxn modelId="{3889AB41-7FE2-4E78-99F5-5093558598FC}" type="presParOf" srcId="{A1BB54AE-BD7A-4DDB-950C-2411C112769B}" destId="{27956536-DE87-43E9-A886-0CE66392072C}" srcOrd="1" destOrd="0" presId="urn:microsoft.com/office/officeart/2005/8/layout/hierarchy2"/>
    <dgm:cxn modelId="{3FC4577E-FB65-4B8A-BEB3-A88F4AAD3467}" type="presParOf" srcId="{27956536-DE87-43E9-A886-0CE66392072C}" destId="{B0239013-7DFE-4581-BB09-2BDF6941EAD1}" srcOrd="0" destOrd="0" presId="urn:microsoft.com/office/officeart/2005/8/layout/hierarchy2"/>
    <dgm:cxn modelId="{A8F21810-8D93-48DB-8BA2-131918B9127E}" type="presParOf" srcId="{B0239013-7DFE-4581-BB09-2BDF6941EAD1}" destId="{EB1DFA38-ADF2-4708-8A4C-E0B065E7B43C}" srcOrd="0" destOrd="0" presId="urn:microsoft.com/office/officeart/2005/8/layout/hierarchy2"/>
    <dgm:cxn modelId="{695FA08D-C6B9-4A91-9184-F18258325DF5}" type="presParOf" srcId="{27956536-DE87-43E9-A886-0CE66392072C}" destId="{A3E2CC22-CD52-41D8-904F-094E569B0B04}" srcOrd="1" destOrd="0" presId="urn:microsoft.com/office/officeart/2005/8/layout/hierarchy2"/>
    <dgm:cxn modelId="{C2620CC2-E954-4829-98F5-5295E41A26D2}" type="presParOf" srcId="{A3E2CC22-CD52-41D8-904F-094E569B0B04}" destId="{7E716873-72FA-4E15-BACE-12EEF15C2E83}" srcOrd="0" destOrd="0" presId="urn:microsoft.com/office/officeart/2005/8/layout/hierarchy2"/>
    <dgm:cxn modelId="{0703F719-E534-4722-BB4C-638A5FE83D75}" type="presParOf" srcId="{A3E2CC22-CD52-41D8-904F-094E569B0B04}" destId="{CDA1082A-FDA7-41A1-A485-9F8022795FED}" srcOrd="1" destOrd="0" presId="urn:microsoft.com/office/officeart/2005/8/layout/hierarchy2"/>
    <dgm:cxn modelId="{615DB444-FA96-422C-877F-0FAED4A5C052}" type="presParOf" srcId="{27956536-DE87-43E9-A886-0CE66392072C}" destId="{49AB09A8-7787-45D6-9536-F4F9FC4B0430}" srcOrd="2" destOrd="0" presId="urn:microsoft.com/office/officeart/2005/8/layout/hierarchy2"/>
    <dgm:cxn modelId="{DCAFE88E-298F-4C26-8080-FF7FB148E315}" type="presParOf" srcId="{49AB09A8-7787-45D6-9536-F4F9FC4B0430}" destId="{6300C8DD-80A8-4CA1-9714-62C33E7FB197}" srcOrd="0" destOrd="0" presId="urn:microsoft.com/office/officeart/2005/8/layout/hierarchy2"/>
    <dgm:cxn modelId="{1BE98EE6-771F-4B4B-8289-A57F23219B88}" type="presParOf" srcId="{27956536-DE87-43E9-A886-0CE66392072C}" destId="{91599F98-A188-4151-B099-006C9A80B4EF}" srcOrd="3" destOrd="0" presId="urn:microsoft.com/office/officeart/2005/8/layout/hierarchy2"/>
    <dgm:cxn modelId="{65114FF6-3914-4C45-9F75-399878FED2AA}" type="presParOf" srcId="{91599F98-A188-4151-B099-006C9A80B4EF}" destId="{16647E92-3B64-47BF-9405-65E358029CAD}" srcOrd="0" destOrd="0" presId="urn:microsoft.com/office/officeart/2005/8/layout/hierarchy2"/>
    <dgm:cxn modelId="{668086CD-04E3-4A2E-8494-003647F65BD4}" type="presParOf" srcId="{91599F98-A188-4151-B099-006C9A80B4EF}" destId="{E570F1DD-229A-46E2-8DF0-1558881E2DE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0EA6E1-AC74-466F-8F19-080EEE14E9C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3F35675-D0F3-48EF-A69E-0F09B8F699B3}">
      <dgm:prSet phldrT="[Text]"/>
      <dgm:spPr/>
      <dgm:t>
        <a:bodyPr/>
        <a:lstStyle/>
        <a:p>
          <a:r>
            <a:rPr lang="zh-CN" altLang="en-US" dirty="0" smtClean="0">
              <a:latin typeface="微软雅黑" pitchFamily="34" charset="-122"/>
              <a:ea typeface="微软雅黑" pitchFamily="34" charset="-122"/>
            </a:rPr>
            <a:t>人</a:t>
          </a:r>
          <a:endParaRPr lang="zh-CN" altLang="en-US" dirty="0">
            <a:latin typeface="微软雅黑" pitchFamily="34" charset="-122"/>
            <a:ea typeface="微软雅黑" pitchFamily="34" charset="-122"/>
          </a:endParaRPr>
        </a:p>
      </dgm:t>
    </dgm:pt>
    <dgm:pt modelId="{D144C336-88B8-4EAF-9B12-93E4AB8504D5}" type="parTrans" cxnId="{9FC85FFF-19D1-4EC0-9252-993A8FAA00D5}">
      <dgm:prSet/>
      <dgm:spPr/>
      <dgm:t>
        <a:bodyPr/>
        <a:lstStyle/>
        <a:p>
          <a:endParaRPr lang="zh-CN" altLang="en-US">
            <a:latin typeface="微软雅黑" pitchFamily="34" charset="-122"/>
            <a:ea typeface="微软雅黑" pitchFamily="34" charset="-122"/>
          </a:endParaRPr>
        </a:p>
      </dgm:t>
    </dgm:pt>
    <dgm:pt modelId="{93B76CC6-D278-4FFD-8949-1E563CB4DD61}" type="sibTrans" cxnId="{9FC85FFF-19D1-4EC0-9252-993A8FAA00D5}">
      <dgm:prSet/>
      <dgm:spPr/>
      <dgm:t>
        <a:bodyPr/>
        <a:lstStyle/>
        <a:p>
          <a:endParaRPr lang="zh-CN" altLang="en-US">
            <a:latin typeface="微软雅黑" pitchFamily="34" charset="-122"/>
            <a:ea typeface="微软雅黑" pitchFamily="34" charset="-122"/>
          </a:endParaRPr>
        </a:p>
      </dgm:t>
    </dgm:pt>
    <dgm:pt modelId="{F7B8A7C2-AD6C-4E2C-A787-0494F17A55DB}">
      <dgm:prSet phldrT="[Text]"/>
      <dgm:spPr/>
      <dgm:t>
        <a:bodyPr/>
        <a:lstStyle/>
        <a:p>
          <a:r>
            <a:rPr lang="zh-CN" altLang="en-US" dirty="0" smtClean="0">
              <a:latin typeface="微软雅黑" pitchFamily="34" charset="-122"/>
              <a:ea typeface="微软雅黑" pitchFamily="34" charset="-122"/>
            </a:rPr>
            <a:t>成年人</a:t>
          </a:r>
          <a:endParaRPr lang="zh-CN" altLang="en-US" dirty="0">
            <a:latin typeface="微软雅黑" pitchFamily="34" charset="-122"/>
            <a:ea typeface="微软雅黑" pitchFamily="34" charset="-122"/>
          </a:endParaRPr>
        </a:p>
      </dgm:t>
    </dgm:pt>
    <dgm:pt modelId="{3ADB843B-6C2C-49F0-BF53-1E4995237969}" type="parTrans" cxnId="{E145E815-F3A5-4852-A3D2-EF0FDD5D72DF}">
      <dgm:prSet/>
      <dgm:spPr/>
      <dgm:t>
        <a:bodyPr/>
        <a:lstStyle/>
        <a:p>
          <a:endParaRPr lang="zh-CN" altLang="en-US">
            <a:latin typeface="微软雅黑" pitchFamily="34" charset="-122"/>
            <a:ea typeface="微软雅黑" pitchFamily="34" charset="-122"/>
          </a:endParaRPr>
        </a:p>
      </dgm:t>
    </dgm:pt>
    <dgm:pt modelId="{C036FC42-53D4-403E-A13C-02C24994DA61}" type="sibTrans" cxnId="{E145E815-F3A5-4852-A3D2-EF0FDD5D72DF}">
      <dgm:prSet/>
      <dgm:spPr/>
      <dgm:t>
        <a:bodyPr/>
        <a:lstStyle/>
        <a:p>
          <a:endParaRPr lang="zh-CN" altLang="en-US">
            <a:latin typeface="微软雅黑" pitchFamily="34" charset="-122"/>
            <a:ea typeface="微软雅黑" pitchFamily="34" charset="-122"/>
          </a:endParaRPr>
        </a:p>
      </dgm:t>
    </dgm:pt>
    <dgm:pt modelId="{CDBA1FD3-C4D3-4191-8F45-CBF80A8F4BA8}">
      <dgm:prSet phldrT="[Text]"/>
      <dgm:spPr/>
      <dgm:t>
        <a:bodyPr/>
        <a:lstStyle/>
        <a:p>
          <a:r>
            <a:rPr lang="zh-CN" altLang="en-US" dirty="0" smtClean="0">
              <a:latin typeface="微软雅黑" pitchFamily="34" charset="-122"/>
              <a:ea typeface="微软雅黑" pitchFamily="34" charset="-122"/>
            </a:rPr>
            <a:t>未成年人</a:t>
          </a:r>
          <a:endParaRPr lang="zh-CN" altLang="en-US" dirty="0">
            <a:latin typeface="微软雅黑" pitchFamily="34" charset="-122"/>
            <a:ea typeface="微软雅黑" pitchFamily="34" charset="-122"/>
          </a:endParaRPr>
        </a:p>
      </dgm:t>
    </dgm:pt>
    <dgm:pt modelId="{4B9CB780-770C-4C95-81F0-B927020B88D2}" type="parTrans" cxnId="{A6FA0B0F-CA3D-498B-B0AA-72F88B42AE20}">
      <dgm:prSet/>
      <dgm:spPr/>
      <dgm:t>
        <a:bodyPr/>
        <a:lstStyle/>
        <a:p>
          <a:endParaRPr lang="zh-CN" altLang="en-US">
            <a:latin typeface="微软雅黑" pitchFamily="34" charset="-122"/>
            <a:ea typeface="微软雅黑" pitchFamily="34" charset="-122"/>
          </a:endParaRPr>
        </a:p>
      </dgm:t>
    </dgm:pt>
    <dgm:pt modelId="{DC0D6ECD-BCD3-47D9-9033-E9C05ACAEEAE}" type="sibTrans" cxnId="{A6FA0B0F-CA3D-498B-B0AA-72F88B42AE20}">
      <dgm:prSet/>
      <dgm:spPr/>
      <dgm:t>
        <a:bodyPr/>
        <a:lstStyle/>
        <a:p>
          <a:endParaRPr lang="zh-CN" altLang="en-US">
            <a:latin typeface="微软雅黑" pitchFamily="34" charset="-122"/>
            <a:ea typeface="微软雅黑" pitchFamily="34" charset="-122"/>
          </a:endParaRPr>
        </a:p>
      </dgm:t>
    </dgm:pt>
    <dgm:pt modelId="{D80E29EA-3E72-4252-BF6F-46EC7842979B}" type="pres">
      <dgm:prSet presAssocID="{360EA6E1-AC74-466F-8F19-080EEE14E9C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1BB54AE-BD7A-4DDB-950C-2411C112769B}" type="pres">
      <dgm:prSet presAssocID="{23F35675-D0F3-48EF-A69E-0F09B8F699B3}" presName="root1" presStyleCnt="0"/>
      <dgm:spPr/>
    </dgm:pt>
    <dgm:pt modelId="{9D26222A-D82D-43A4-A57E-B4464B2480BC}" type="pres">
      <dgm:prSet presAssocID="{23F35675-D0F3-48EF-A69E-0F09B8F699B3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7956536-DE87-43E9-A886-0CE66392072C}" type="pres">
      <dgm:prSet presAssocID="{23F35675-D0F3-48EF-A69E-0F09B8F699B3}" presName="level2hierChild" presStyleCnt="0"/>
      <dgm:spPr/>
    </dgm:pt>
    <dgm:pt modelId="{B0239013-7DFE-4581-BB09-2BDF6941EAD1}" type="pres">
      <dgm:prSet presAssocID="{3ADB843B-6C2C-49F0-BF53-1E4995237969}" presName="conn2-1" presStyleLbl="parChTrans1D2" presStyleIdx="0" presStyleCnt="2"/>
      <dgm:spPr/>
      <dgm:t>
        <a:bodyPr/>
        <a:lstStyle/>
        <a:p>
          <a:endParaRPr lang="zh-CN" altLang="en-US"/>
        </a:p>
      </dgm:t>
    </dgm:pt>
    <dgm:pt modelId="{EB1DFA38-ADF2-4708-8A4C-E0B065E7B43C}" type="pres">
      <dgm:prSet presAssocID="{3ADB843B-6C2C-49F0-BF53-1E4995237969}" presName="connTx" presStyleLbl="parChTrans1D2" presStyleIdx="0" presStyleCnt="2"/>
      <dgm:spPr/>
      <dgm:t>
        <a:bodyPr/>
        <a:lstStyle/>
        <a:p>
          <a:endParaRPr lang="zh-CN" altLang="en-US"/>
        </a:p>
      </dgm:t>
    </dgm:pt>
    <dgm:pt modelId="{A3E2CC22-CD52-41D8-904F-094E569B0B04}" type="pres">
      <dgm:prSet presAssocID="{F7B8A7C2-AD6C-4E2C-A787-0494F17A55DB}" presName="root2" presStyleCnt="0"/>
      <dgm:spPr/>
    </dgm:pt>
    <dgm:pt modelId="{7E716873-72FA-4E15-BACE-12EEF15C2E83}" type="pres">
      <dgm:prSet presAssocID="{F7B8A7C2-AD6C-4E2C-A787-0494F17A55DB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DA1082A-FDA7-41A1-A485-9F8022795FED}" type="pres">
      <dgm:prSet presAssocID="{F7B8A7C2-AD6C-4E2C-A787-0494F17A55DB}" presName="level3hierChild" presStyleCnt="0"/>
      <dgm:spPr/>
    </dgm:pt>
    <dgm:pt modelId="{49AB09A8-7787-45D6-9536-F4F9FC4B0430}" type="pres">
      <dgm:prSet presAssocID="{4B9CB780-770C-4C95-81F0-B927020B88D2}" presName="conn2-1" presStyleLbl="parChTrans1D2" presStyleIdx="1" presStyleCnt="2"/>
      <dgm:spPr/>
      <dgm:t>
        <a:bodyPr/>
        <a:lstStyle/>
        <a:p>
          <a:endParaRPr lang="zh-CN" altLang="en-US"/>
        </a:p>
      </dgm:t>
    </dgm:pt>
    <dgm:pt modelId="{6300C8DD-80A8-4CA1-9714-62C33E7FB197}" type="pres">
      <dgm:prSet presAssocID="{4B9CB780-770C-4C95-81F0-B927020B88D2}" presName="connTx" presStyleLbl="parChTrans1D2" presStyleIdx="1" presStyleCnt="2"/>
      <dgm:spPr/>
      <dgm:t>
        <a:bodyPr/>
        <a:lstStyle/>
        <a:p>
          <a:endParaRPr lang="zh-CN" altLang="en-US"/>
        </a:p>
      </dgm:t>
    </dgm:pt>
    <dgm:pt modelId="{91599F98-A188-4151-B099-006C9A80B4EF}" type="pres">
      <dgm:prSet presAssocID="{CDBA1FD3-C4D3-4191-8F45-CBF80A8F4BA8}" presName="root2" presStyleCnt="0"/>
      <dgm:spPr/>
    </dgm:pt>
    <dgm:pt modelId="{16647E92-3B64-47BF-9405-65E358029CAD}" type="pres">
      <dgm:prSet presAssocID="{CDBA1FD3-C4D3-4191-8F45-CBF80A8F4BA8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570F1DD-229A-46E2-8DF0-1558881E2DE6}" type="pres">
      <dgm:prSet presAssocID="{CDBA1FD3-C4D3-4191-8F45-CBF80A8F4BA8}" presName="level3hierChild" presStyleCnt="0"/>
      <dgm:spPr/>
    </dgm:pt>
  </dgm:ptLst>
  <dgm:cxnLst>
    <dgm:cxn modelId="{247DF2E5-55F5-4266-8CE5-CC3E39EE38D2}" type="presOf" srcId="{CDBA1FD3-C4D3-4191-8F45-CBF80A8F4BA8}" destId="{16647E92-3B64-47BF-9405-65E358029CAD}" srcOrd="0" destOrd="0" presId="urn:microsoft.com/office/officeart/2005/8/layout/hierarchy2"/>
    <dgm:cxn modelId="{60DC9BF5-D159-4349-B653-C89BAF7DA297}" type="presOf" srcId="{23F35675-D0F3-48EF-A69E-0F09B8F699B3}" destId="{9D26222A-D82D-43A4-A57E-B4464B2480BC}" srcOrd="0" destOrd="0" presId="urn:microsoft.com/office/officeart/2005/8/layout/hierarchy2"/>
    <dgm:cxn modelId="{944DF782-D69E-462A-A62B-72A2FD7BE00D}" type="presOf" srcId="{3ADB843B-6C2C-49F0-BF53-1E4995237969}" destId="{B0239013-7DFE-4581-BB09-2BDF6941EAD1}" srcOrd="0" destOrd="0" presId="urn:microsoft.com/office/officeart/2005/8/layout/hierarchy2"/>
    <dgm:cxn modelId="{A6FA0B0F-CA3D-498B-B0AA-72F88B42AE20}" srcId="{23F35675-D0F3-48EF-A69E-0F09B8F699B3}" destId="{CDBA1FD3-C4D3-4191-8F45-CBF80A8F4BA8}" srcOrd="1" destOrd="0" parTransId="{4B9CB780-770C-4C95-81F0-B927020B88D2}" sibTransId="{DC0D6ECD-BCD3-47D9-9033-E9C05ACAEEAE}"/>
    <dgm:cxn modelId="{E145E815-F3A5-4852-A3D2-EF0FDD5D72DF}" srcId="{23F35675-D0F3-48EF-A69E-0F09B8F699B3}" destId="{F7B8A7C2-AD6C-4E2C-A787-0494F17A55DB}" srcOrd="0" destOrd="0" parTransId="{3ADB843B-6C2C-49F0-BF53-1E4995237969}" sibTransId="{C036FC42-53D4-403E-A13C-02C24994DA61}"/>
    <dgm:cxn modelId="{FB3DB143-7575-45CE-A287-1E60B1F2D1C6}" type="presOf" srcId="{360EA6E1-AC74-466F-8F19-080EEE14E9C4}" destId="{D80E29EA-3E72-4252-BF6F-46EC7842979B}" srcOrd="0" destOrd="0" presId="urn:microsoft.com/office/officeart/2005/8/layout/hierarchy2"/>
    <dgm:cxn modelId="{825DEDA9-0519-48AE-8CC7-CF7510C4C7D4}" type="presOf" srcId="{4B9CB780-770C-4C95-81F0-B927020B88D2}" destId="{6300C8DD-80A8-4CA1-9714-62C33E7FB197}" srcOrd="1" destOrd="0" presId="urn:microsoft.com/office/officeart/2005/8/layout/hierarchy2"/>
    <dgm:cxn modelId="{AACDBDCC-1C82-4E43-9D7C-CFCBAE4F2078}" type="presOf" srcId="{F7B8A7C2-AD6C-4E2C-A787-0494F17A55DB}" destId="{7E716873-72FA-4E15-BACE-12EEF15C2E83}" srcOrd="0" destOrd="0" presId="urn:microsoft.com/office/officeart/2005/8/layout/hierarchy2"/>
    <dgm:cxn modelId="{9FC85FFF-19D1-4EC0-9252-993A8FAA00D5}" srcId="{360EA6E1-AC74-466F-8F19-080EEE14E9C4}" destId="{23F35675-D0F3-48EF-A69E-0F09B8F699B3}" srcOrd="0" destOrd="0" parTransId="{D144C336-88B8-4EAF-9B12-93E4AB8504D5}" sibTransId="{93B76CC6-D278-4FFD-8949-1E563CB4DD61}"/>
    <dgm:cxn modelId="{92CB91F3-C7B4-4283-AE57-AD7DB12E2216}" type="presOf" srcId="{3ADB843B-6C2C-49F0-BF53-1E4995237969}" destId="{EB1DFA38-ADF2-4708-8A4C-E0B065E7B43C}" srcOrd="1" destOrd="0" presId="urn:microsoft.com/office/officeart/2005/8/layout/hierarchy2"/>
    <dgm:cxn modelId="{B97222DB-6BEC-4C0D-B2DE-AA8B24BC54E7}" type="presOf" srcId="{4B9CB780-770C-4C95-81F0-B927020B88D2}" destId="{49AB09A8-7787-45D6-9536-F4F9FC4B0430}" srcOrd="0" destOrd="0" presId="urn:microsoft.com/office/officeart/2005/8/layout/hierarchy2"/>
    <dgm:cxn modelId="{2927B443-81E7-4AC4-8015-348EBE2B5762}" type="presParOf" srcId="{D80E29EA-3E72-4252-BF6F-46EC7842979B}" destId="{A1BB54AE-BD7A-4DDB-950C-2411C112769B}" srcOrd="0" destOrd="0" presId="urn:microsoft.com/office/officeart/2005/8/layout/hierarchy2"/>
    <dgm:cxn modelId="{A3F210DE-DC61-4F5F-B51C-A9ADAA3FE44B}" type="presParOf" srcId="{A1BB54AE-BD7A-4DDB-950C-2411C112769B}" destId="{9D26222A-D82D-43A4-A57E-B4464B2480BC}" srcOrd="0" destOrd="0" presId="urn:microsoft.com/office/officeart/2005/8/layout/hierarchy2"/>
    <dgm:cxn modelId="{519120E0-CC8F-4148-80EC-91F36CF3F3C4}" type="presParOf" srcId="{A1BB54AE-BD7A-4DDB-950C-2411C112769B}" destId="{27956536-DE87-43E9-A886-0CE66392072C}" srcOrd="1" destOrd="0" presId="urn:microsoft.com/office/officeart/2005/8/layout/hierarchy2"/>
    <dgm:cxn modelId="{337687EC-2782-4E9A-988B-96CE001CD28E}" type="presParOf" srcId="{27956536-DE87-43E9-A886-0CE66392072C}" destId="{B0239013-7DFE-4581-BB09-2BDF6941EAD1}" srcOrd="0" destOrd="0" presId="urn:microsoft.com/office/officeart/2005/8/layout/hierarchy2"/>
    <dgm:cxn modelId="{455990FE-6935-403A-AD77-20DE1A4FDB30}" type="presParOf" srcId="{B0239013-7DFE-4581-BB09-2BDF6941EAD1}" destId="{EB1DFA38-ADF2-4708-8A4C-E0B065E7B43C}" srcOrd="0" destOrd="0" presId="urn:microsoft.com/office/officeart/2005/8/layout/hierarchy2"/>
    <dgm:cxn modelId="{B1440F67-A73E-49C5-9E1D-32B166E33B21}" type="presParOf" srcId="{27956536-DE87-43E9-A886-0CE66392072C}" destId="{A3E2CC22-CD52-41D8-904F-094E569B0B04}" srcOrd="1" destOrd="0" presId="urn:microsoft.com/office/officeart/2005/8/layout/hierarchy2"/>
    <dgm:cxn modelId="{6962FD69-677D-46D3-8582-3C8CEF59EEED}" type="presParOf" srcId="{A3E2CC22-CD52-41D8-904F-094E569B0B04}" destId="{7E716873-72FA-4E15-BACE-12EEF15C2E83}" srcOrd="0" destOrd="0" presId="urn:microsoft.com/office/officeart/2005/8/layout/hierarchy2"/>
    <dgm:cxn modelId="{A1A0407C-EB6E-4FDF-98ED-F792AD9F4783}" type="presParOf" srcId="{A3E2CC22-CD52-41D8-904F-094E569B0B04}" destId="{CDA1082A-FDA7-41A1-A485-9F8022795FED}" srcOrd="1" destOrd="0" presId="urn:microsoft.com/office/officeart/2005/8/layout/hierarchy2"/>
    <dgm:cxn modelId="{89BBDBE2-86CE-489D-AB09-6E228FC17C0D}" type="presParOf" srcId="{27956536-DE87-43E9-A886-0CE66392072C}" destId="{49AB09A8-7787-45D6-9536-F4F9FC4B0430}" srcOrd="2" destOrd="0" presId="urn:microsoft.com/office/officeart/2005/8/layout/hierarchy2"/>
    <dgm:cxn modelId="{CB4F1FD4-4418-43FF-A15D-84E7B306B301}" type="presParOf" srcId="{49AB09A8-7787-45D6-9536-F4F9FC4B0430}" destId="{6300C8DD-80A8-4CA1-9714-62C33E7FB197}" srcOrd="0" destOrd="0" presId="urn:microsoft.com/office/officeart/2005/8/layout/hierarchy2"/>
    <dgm:cxn modelId="{4C5A0F6E-9AA4-4A3C-94A9-0169AB782D8F}" type="presParOf" srcId="{27956536-DE87-43E9-A886-0CE66392072C}" destId="{91599F98-A188-4151-B099-006C9A80B4EF}" srcOrd="3" destOrd="0" presId="urn:microsoft.com/office/officeart/2005/8/layout/hierarchy2"/>
    <dgm:cxn modelId="{4BD7D908-0BF1-4BB2-95AB-6CCDE15FE415}" type="presParOf" srcId="{91599F98-A188-4151-B099-006C9A80B4EF}" destId="{16647E92-3B64-47BF-9405-65E358029CAD}" srcOrd="0" destOrd="0" presId="urn:microsoft.com/office/officeart/2005/8/layout/hierarchy2"/>
    <dgm:cxn modelId="{78E053F4-68DE-4BC8-A3B1-1C2E7DB9022E}" type="presParOf" srcId="{91599F98-A188-4151-B099-006C9A80B4EF}" destId="{E570F1DD-229A-46E2-8DF0-1558881E2DE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26222A-D82D-43A4-A57E-B4464B2480BC}">
      <dsp:nvSpPr>
        <dsp:cNvPr id="0" name=""/>
        <dsp:cNvSpPr/>
      </dsp:nvSpPr>
      <dsp:spPr>
        <a:xfrm>
          <a:off x="2198" y="1678048"/>
          <a:ext cx="1631705" cy="8158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500" kern="1200" dirty="0" smtClean="0">
              <a:latin typeface="微软雅黑" pitchFamily="34" charset="-122"/>
              <a:ea typeface="微软雅黑" pitchFamily="34" charset="-122"/>
            </a:rPr>
            <a:t>人</a:t>
          </a:r>
          <a:endParaRPr lang="zh-CN" altLang="en-US" sz="3500" kern="1200" dirty="0">
            <a:latin typeface="微软雅黑" pitchFamily="34" charset="-122"/>
            <a:ea typeface="微软雅黑" pitchFamily="34" charset="-122"/>
          </a:endParaRPr>
        </a:p>
      </dsp:txBody>
      <dsp:txXfrm>
        <a:off x="26093" y="1701943"/>
        <a:ext cx="1583915" cy="768062"/>
      </dsp:txXfrm>
    </dsp:sp>
    <dsp:sp modelId="{B0239013-7DFE-4581-BB09-2BDF6941EAD1}">
      <dsp:nvSpPr>
        <dsp:cNvPr id="0" name=""/>
        <dsp:cNvSpPr/>
      </dsp:nvSpPr>
      <dsp:spPr>
        <a:xfrm rot="19457599">
          <a:off x="1558354" y="1833817"/>
          <a:ext cx="803780" cy="35200"/>
        </a:xfrm>
        <a:custGeom>
          <a:avLst/>
          <a:gdLst/>
          <a:ahLst/>
          <a:cxnLst/>
          <a:rect l="0" t="0" r="0" b="0"/>
          <a:pathLst>
            <a:path>
              <a:moveTo>
                <a:pt x="0" y="17600"/>
              </a:moveTo>
              <a:lnTo>
                <a:pt x="803780" y="176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>
            <a:latin typeface="微软雅黑" pitchFamily="34" charset="-122"/>
            <a:ea typeface="微软雅黑" pitchFamily="34" charset="-122"/>
          </a:endParaRPr>
        </a:p>
      </dsp:txBody>
      <dsp:txXfrm>
        <a:off x="1940150" y="1831322"/>
        <a:ext cx="40189" cy="40189"/>
      </dsp:txXfrm>
    </dsp:sp>
    <dsp:sp modelId="{7E716873-72FA-4E15-BACE-12EEF15C2E83}">
      <dsp:nvSpPr>
        <dsp:cNvPr id="0" name=""/>
        <dsp:cNvSpPr/>
      </dsp:nvSpPr>
      <dsp:spPr>
        <a:xfrm>
          <a:off x="2286586" y="1208933"/>
          <a:ext cx="1631705" cy="8158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500" kern="1200" dirty="0" smtClean="0">
              <a:latin typeface="微软雅黑" pitchFamily="34" charset="-122"/>
              <a:ea typeface="微软雅黑" pitchFamily="34" charset="-122"/>
            </a:rPr>
            <a:t>男人</a:t>
          </a:r>
          <a:endParaRPr lang="zh-CN" altLang="en-US" sz="3500" kern="1200" dirty="0">
            <a:latin typeface="微软雅黑" pitchFamily="34" charset="-122"/>
            <a:ea typeface="微软雅黑" pitchFamily="34" charset="-122"/>
          </a:endParaRPr>
        </a:p>
      </dsp:txBody>
      <dsp:txXfrm>
        <a:off x="2310481" y="1232828"/>
        <a:ext cx="1583915" cy="768062"/>
      </dsp:txXfrm>
    </dsp:sp>
    <dsp:sp modelId="{49AB09A8-7787-45D6-9536-F4F9FC4B0430}">
      <dsp:nvSpPr>
        <dsp:cNvPr id="0" name=""/>
        <dsp:cNvSpPr/>
      </dsp:nvSpPr>
      <dsp:spPr>
        <a:xfrm rot="2142401">
          <a:off x="1558354" y="2302932"/>
          <a:ext cx="803780" cy="35200"/>
        </a:xfrm>
        <a:custGeom>
          <a:avLst/>
          <a:gdLst/>
          <a:ahLst/>
          <a:cxnLst/>
          <a:rect l="0" t="0" r="0" b="0"/>
          <a:pathLst>
            <a:path>
              <a:moveTo>
                <a:pt x="0" y="17600"/>
              </a:moveTo>
              <a:lnTo>
                <a:pt x="803780" y="176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>
            <a:latin typeface="微软雅黑" pitchFamily="34" charset="-122"/>
            <a:ea typeface="微软雅黑" pitchFamily="34" charset="-122"/>
          </a:endParaRPr>
        </a:p>
      </dsp:txBody>
      <dsp:txXfrm>
        <a:off x="1940150" y="2300438"/>
        <a:ext cx="40189" cy="40189"/>
      </dsp:txXfrm>
    </dsp:sp>
    <dsp:sp modelId="{16647E92-3B64-47BF-9405-65E358029CAD}">
      <dsp:nvSpPr>
        <dsp:cNvPr id="0" name=""/>
        <dsp:cNvSpPr/>
      </dsp:nvSpPr>
      <dsp:spPr>
        <a:xfrm>
          <a:off x="2286586" y="2147163"/>
          <a:ext cx="1631705" cy="8158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500" kern="1200" dirty="0" smtClean="0">
              <a:latin typeface="微软雅黑" pitchFamily="34" charset="-122"/>
              <a:ea typeface="微软雅黑" pitchFamily="34" charset="-122"/>
            </a:rPr>
            <a:t>女人</a:t>
          </a:r>
          <a:endParaRPr lang="zh-CN" altLang="en-US" sz="3500" kern="1200" dirty="0">
            <a:latin typeface="微软雅黑" pitchFamily="34" charset="-122"/>
            <a:ea typeface="微软雅黑" pitchFamily="34" charset="-122"/>
          </a:endParaRPr>
        </a:p>
      </dsp:txBody>
      <dsp:txXfrm>
        <a:off x="2310481" y="2171058"/>
        <a:ext cx="1583915" cy="7680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26222A-D82D-43A4-A57E-B4464B2480BC}">
      <dsp:nvSpPr>
        <dsp:cNvPr id="0" name=""/>
        <dsp:cNvSpPr/>
      </dsp:nvSpPr>
      <dsp:spPr>
        <a:xfrm>
          <a:off x="1729" y="1632951"/>
          <a:ext cx="1735894" cy="8679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kern="1200" dirty="0" smtClean="0">
              <a:latin typeface="微软雅黑" pitchFamily="34" charset="-122"/>
              <a:ea typeface="微软雅黑" pitchFamily="34" charset="-122"/>
            </a:rPr>
            <a:t>人</a:t>
          </a:r>
          <a:endParaRPr lang="zh-CN" altLang="en-US" sz="3200" kern="1200" dirty="0">
            <a:latin typeface="微软雅黑" pitchFamily="34" charset="-122"/>
            <a:ea typeface="微软雅黑" pitchFamily="34" charset="-122"/>
          </a:endParaRPr>
        </a:p>
      </dsp:txBody>
      <dsp:txXfrm>
        <a:off x="27150" y="1658372"/>
        <a:ext cx="1685052" cy="817105"/>
      </dsp:txXfrm>
    </dsp:sp>
    <dsp:sp modelId="{B0239013-7DFE-4581-BB09-2BDF6941EAD1}">
      <dsp:nvSpPr>
        <dsp:cNvPr id="0" name=""/>
        <dsp:cNvSpPr/>
      </dsp:nvSpPr>
      <dsp:spPr>
        <a:xfrm rot="19457599">
          <a:off x="1657249" y="1798493"/>
          <a:ext cx="855104" cy="37792"/>
        </a:xfrm>
        <a:custGeom>
          <a:avLst/>
          <a:gdLst/>
          <a:ahLst/>
          <a:cxnLst/>
          <a:rect l="0" t="0" r="0" b="0"/>
          <a:pathLst>
            <a:path>
              <a:moveTo>
                <a:pt x="0" y="18896"/>
              </a:moveTo>
              <a:lnTo>
                <a:pt x="855104" y="188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>
            <a:latin typeface="微软雅黑" pitchFamily="34" charset="-122"/>
            <a:ea typeface="微软雅黑" pitchFamily="34" charset="-122"/>
          </a:endParaRPr>
        </a:p>
      </dsp:txBody>
      <dsp:txXfrm>
        <a:off x="2063424" y="1796012"/>
        <a:ext cx="42755" cy="42755"/>
      </dsp:txXfrm>
    </dsp:sp>
    <dsp:sp modelId="{7E716873-72FA-4E15-BACE-12EEF15C2E83}">
      <dsp:nvSpPr>
        <dsp:cNvPr id="0" name=""/>
        <dsp:cNvSpPr/>
      </dsp:nvSpPr>
      <dsp:spPr>
        <a:xfrm>
          <a:off x="2431980" y="1133881"/>
          <a:ext cx="1735894" cy="8679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kern="1200" dirty="0" smtClean="0">
              <a:latin typeface="微软雅黑" pitchFamily="34" charset="-122"/>
              <a:ea typeface="微软雅黑" pitchFamily="34" charset="-122"/>
            </a:rPr>
            <a:t>成年人</a:t>
          </a:r>
          <a:endParaRPr lang="zh-CN" altLang="en-US" sz="3200" kern="1200" dirty="0">
            <a:latin typeface="微软雅黑" pitchFamily="34" charset="-122"/>
            <a:ea typeface="微软雅黑" pitchFamily="34" charset="-122"/>
          </a:endParaRPr>
        </a:p>
      </dsp:txBody>
      <dsp:txXfrm>
        <a:off x="2457401" y="1159302"/>
        <a:ext cx="1685052" cy="817105"/>
      </dsp:txXfrm>
    </dsp:sp>
    <dsp:sp modelId="{49AB09A8-7787-45D6-9536-F4F9FC4B0430}">
      <dsp:nvSpPr>
        <dsp:cNvPr id="0" name=""/>
        <dsp:cNvSpPr/>
      </dsp:nvSpPr>
      <dsp:spPr>
        <a:xfrm rot="2142401">
          <a:off x="1657249" y="2297563"/>
          <a:ext cx="855104" cy="37792"/>
        </a:xfrm>
        <a:custGeom>
          <a:avLst/>
          <a:gdLst/>
          <a:ahLst/>
          <a:cxnLst/>
          <a:rect l="0" t="0" r="0" b="0"/>
          <a:pathLst>
            <a:path>
              <a:moveTo>
                <a:pt x="0" y="18896"/>
              </a:moveTo>
              <a:lnTo>
                <a:pt x="855104" y="188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>
            <a:latin typeface="微软雅黑" pitchFamily="34" charset="-122"/>
            <a:ea typeface="微软雅黑" pitchFamily="34" charset="-122"/>
          </a:endParaRPr>
        </a:p>
      </dsp:txBody>
      <dsp:txXfrm>
        <a:off x="2063424" y="2295082"/>
        <a:ext cx="42755" cy="42755"/>
      </dsp:txXfrm>
    </dsp:sp>
    <dsp:sp modelId="{16647E92-3B64-47BF-9405-65E358029CAD}">
      <dsp:nvSpPr>
        <dsp:cNvPr id="0" name=""/>
        <dsp:cNvSpPr/>
      </dsp:nvSpPr>
      <dsp:spPr>
        <a:xfrm>
          <a:off x="2431980" y="2132021"/>
          <a:ext cx="1735894" cy="8679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kern="1200" dirty="0" smtClean="0">
              <a:latin typeface="微软雅黑" pitchFamily="34" charset="-122"/>
              <a:ea typeface="微软雅黑" pitchFamily="34" charset="-122"/>
            </a:rPr>
            <a:t>未成年人</a:t>
          </a:r>
          <a:endParaRPr lang="zh-CN" altLang="en-US" sz="3200" kern="1200" dirty="0">
            <a:latin typeface="微软雅黑" pitchFamily="34" charset="-122"/>
            <a:ea typeface="微软雅黑" pitchFamily="34" charset="-122"/>
          </a:endParaRPr>
        </a:p>
      </dsp:txBody>
      <dsp:txXfrm>
        <a:off x="2457401" y="2157442"/>
        <a:ext cx="1685052" cy="817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79BC3-7F3D-48AF-B3B5-B3739F8935B9}" type="datetimeFigureOut">
              <a:rPr lang="zh-CN" altLang="en-US" smtClean="0"/>
              <a:pPr/>
              <a:t>2017/7/25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5C117-C0D3-478F-A650-DDB9633867F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833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68625FB-3F8F-49E2-A771-F66BB59FF65D}" type="slidenum">
              <a:rPr lang="zh-CN" altLang="en-US">
                <a:latin typeface="Calibri" pitchFamily="34" charset="0"/>
                <a:ea typeface="宋体" charset="-122"/>
              </a:rPr>
              <a:pPr/>
              <a:t>9</a:t>
            </a:fld>
            <a:endParaRPr lang="en-US" altLang="zh-CN">
              <a:latin typeface="Calibri" pitchFamily="34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6207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17-C0D3-478F-A650-DDB9633867FD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015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  <a:pPr/>
              <a:t>2017/7/25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048307"/>
      </p:ext>
    </p:extLst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  <a:pPr/>
              <a:t>2017/7/25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818235"/>
      </p:ext>
    </p:extLst>
  </p:cSld>
  <p:clrMapOvr>
    <a:masterClrMapping/>
  </p:clrMapOvr>
  <p:transition spd="slow"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  <a:pPr/>
              <a:t>2017/7/25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734407"/>
      </p:ext>
    </p:extLst>
  </p:cSld>
  <p:clrMapOvr>
    <a:masterClrMapping/>
  </p:clrMapOvr>
  <p:transition spd="slow"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  <a:pPr/>
              <a:t>2017/7/25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011377"/>
      </p:ext>
    </p:extLst>
  </p:cSld>
  <p:clrMapOvr>
    <a:masterClrMapping/>
  </p:clrMapOvr>
  <p:transition spd="slow"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  <a:pPr/>
              <a:t>2017/7/25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359399"/>
      </p:ext>
    </p:extLst>
  </p:cSld>
  <p:clrMapOvr>
    <a:masterClrMapping/>
  </p:clrMapOvr>
  <p:transition spd="slow"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  <a:pPr/>
              <a:t>2017/7/25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18718"/>
      </p:ext>
    </p:extLst>
  </p:cSld>
  <p:clrMapOvr>
    <a:masterClrMapping/>
  </p:clrMapOvr>
  <p:transition spd="slow"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  <a:pPr/>
              <a:t>2017/7/25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636637"/>
      </p:ext>
    </p:extLst>
  </p:cSld>
  <p:clrMapOvr>
    <a:masterClrMapping/>
  </p:clrMapOvr>
  <p:transition spd="slow"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  <a:pPr/>
              <a:t>2017/7/25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802205"/>
      </p:ext>
    </p:extLst>
  </p:cSld>
  <p:clrMapOvr>
    <a:masterClrMapping/>
  </p:clrMapOvr>
  <p:transition spd="slow"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  <a:pPr/>
              <a:t>2017/7/25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271155"/>
      </p:ext>
    </p:extLst>
  </p:cSld>
  <p:clrMapOvr>
    <a:masterClrMapping/>
  </p:clrMapOvr>
  <p:transition spd="slow"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  <a:pPr/>
              <a:t>2017/7/25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067952"/>
      </p:ext>
    </p:extLst>
  </p:cSld>
  <p:clrMapOvr>
    <a:masterClrMapping/>
  </p:clrMapOvr>
  <p:transition spd="slow"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401-49A5-4516-A68F-54744A6B47CE}" type="datetimeFigureOut">
              <a:rPr lang="zh-CN" altLang="en-US" smtClean="0"/>
              <a:pPr/>
              <a:t>2017/7/25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814378"/>
      </p:ext>
    </p:extLst>
  </p:cSld>
  <p:clrMapOvr>
    <a:masterClrMapping/>
  </p:clrMapOvr>
  <p:transition spd="slow"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39401-49A5-4516-A68F-54744A6B47CE}" type="datetimeFigureOut">
              <a:rPr lang="zh-CN" altLang="en-US" smtClean="0"/>
              <a:pPr/>
              <a:t>2017/7/25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9A888-F0A6-497F-A203-744BF10280C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6445605"/>
            <a:ext cx="12191999" cy="4190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-1" y="6445605"/>
            <a:ext cx="1062446" cy="41909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827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/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8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notesSlide" Target="../notesSlides/notesSlide1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9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19.xml"/><Relationship Id="rId10" Type="http://schemas.openxmlformats.org/officeDocument/2006/relationships/tags" Target="../tags/tag24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"/>
          <p:cNvSpPr/>
          <p:nvPr/>
        </p:nvSpPr>
        <p:spPr>
          <a:xfrm>
            <a:off x="0" y="0"/>
            <a:ext cx="12192000" cy="36576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ea typeface="微软雅黑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550315" y="6496550"/>
            <a:ext cx="299785" cy="299785"/>
          </a:xfrm>
          <a:prstGeom prst="ellipse">
            <a:avLst/>
          </a:prstGeom>
          <a:solidFill>
            <a:srgbClr val="FCF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ea typeface="微软雅黑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11640049" y="6556709"/>
            <a:ext cx="144379" cy="168442"/>
          </a:xfrm>
          <a:prstGeom prst="rightArrow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ea typeface="微软雅黑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4330767" y="4633026"/>
            <a:ext cx="2622884" cy="0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2423160" y="1125348"/>
            <a:ext cx="73266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9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结构思考力</a:t>
            </a:r>
            <a:endParaRPr lang="zh-CN" altLang="en-US" sz="9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2434590" y="2731770"/>
            <a:ext cx="7212330" cy="0"/>
          </a:xfrm>
          <a:prstGeom prst="line">
            <a:avLst/>
          </a:prstGeom>
          <a:ln w="28575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43000" y="4617720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/>
                <a:ea typeface="微软雅黑"/>
              </a:rPr>
              <a:t> 思考清晰│表达有力                              生活清爽│工作高效</a:t>
            </a:r>
            <a:endParaRPr lang="zh-CN" altLang="en-US" sz="2800" b="1" dirty="0">
              <a:latin typeface="微软雅黑"/>
              <a:ea typeface="微软雅黑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2438400" y="2804160"/>
            <a:ext cx="7212330" cy="0"/>
          </a:xfrm>
          <a:prstGeom prst="line">
            <a:avLst/>
          </a:prstGeom>
          <a:ln w="28575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20482" name="Picture 2" descr="https://ss3.bdstatic.com/70cFv8Sh_Q1YnxGkpoWK1HF6hhy/it/u=3747699204,2601246690&amp;fm=11&amp;gp=0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EBEBEB"/>
              </a:clrFrom>
              <a:clrTo>
                <a:srgbClr val="EBEBEB">
                  <a:alpha val="0"/>
                </a:srgbClr>
              </a:clrTo>
            </a:clrChange>
          </a:blip>
          <a:srcRect l="4873" t="6720" r="5971" b="4960"/>
          <a:stretch>
            <a:fillRect/>
          </a:stretch>
        </p:blipFill>
        <p:spPr bwMode="auto">
          <a:xfrm>
            <a:off x="5004435" y="4343400"/>
            <a:ext cx="2114550" cy="21031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3075226"/>
      </p:ext>
    </p:extLst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接连接符 31"/>
          <p:cNvCxnSpPr/>
          <p:nvPr/>
        </p:nvCxnSpPr>
        <p:spPr>
          <a:xfrm>
            <a:off x="6226632" y="1565471"/>
            <a:ext cx="0" cy="3997841"/>
          </a:xfrm>
          <a:prstGeom prst="line">
            <a:avLst/>
          </a:prstGeom>
          <a:ln w="317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>
          <a:xfrm>
            <a:off x="11550315" y="6507183"/>
            <a:ext cx="299785" cy="299785"/>
            <a:chOff x="11550315" y="6496550"/>
            <a:chExt cx="299785" cy="299785"/>
          </a:xfrm>
        </p:grpSpPr>
        <p:sp>
          <p:nvSpPr>
            <p:cNvPr id="36" name="椭圆 35"/>
            <p:cNvSpPr/>
            <p:nvPr/>
          </p:nvSpPr>
          <p:spPr>
            <a:xfrm>
              <a:off x="11550315" y="6496550"/>
              <a:ext cx="299785" cy="299785"/>
            </a:xfrm>
            <a:prstGeom prst="ellipse">
              <a:avLst/>
            </a:prstGeom>
            <a:solidFill>
              <a:srgbClr val="FCF8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a typeface="微软雅黑"/>
              </a:endParaRPr>
            </a:p>
          </p:txBody>
        </p:sp>
        <p:sp>
          <p:nvSpPr>
            <p:cNvPr id="37" name="右箭头 36"/>
            <p:cNvSpPr/>
            <p:nvPr/>
          </p:nvSpPr>
          <p:spPr>
            <a:xfrm>
              <a:off x="11640049" y="6556709"/>
              <a:ext cx="144379" cy="168442"/>
            </a:xfrm>
            <a:prstGeom prst="rightArrow">
              <a:avLst/>
            </a:prstGeom>
            <a:solidFill>
              <a:srgbClr val="1314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a typeface="微软雅黑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 flipH="1">
            <a:off x="11055771" y="6507183"/>
            <a:ext cx="299785" cy="299785"/>
            <a:chOff x="11550315" y="6496550"/>
            <a:chExt cx="299785" cy="299785"/>
          </a:xfrm>
        </p:grpSpPr>
        <p:sp>
          <p:nvSpPr>
            <p:cNvPr id="39" name="椭圆 38"/>
            <p:cNvSpPr/>
            <p:nvPr/>
          </p:nvSpPr>
          <p:spPr>
            <a:xfrm>
              <a:off x="11550315" y="6496550"/>
              <a:ext cx="299785" cy="299785"/>
            </a:xfrm>
            <a:prstGeom prst="ellipse">
              <a:avLst/>
            </a:prstGeom>
            <a:solidFill>
              <a:srgbClr val="FCF8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a typeface="微软雅黑"/>
              </a:endParaRPr>
            </a:p>
          </p:txBody>
        </p:sp>
        <p:sp>
          <p:nvSpPr>
            <p:cNvPr id="40" name="右箭头 39"/>
            <p:cNvSpPr/>
            <p:nvPr/>
          </p:nvSpPr>
          <p:spPr>
            <a:xfrm>
              <a:off x="11640049" y="6556709"/>
              <a:ext cx="144379" cy="168442"/>
            </a:xfrm>
            <a:prstGeom prst="rightArrow">
              <a:avLst/>
            </a:prstGeom>
            <a:solidFill>
              <a:srgbClr val="1314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a typeface="微软雅黑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0" y="543361"/>
            <a:ext cx="3370216" cy="493479"/>
            <a:chOff x="0" y="543361"/>
            <a:chExt cx="3370216" cy="493479"/>
          </a:xfrm>
        </p:grpSpPr>
        <p:grpSp>
          <p:nvGrpSpPr>
            <p:cNvPr id="47" name="组合 46"/>
            <p:cNvGrpSpPr/>
            <p:nvPr/>
          </p:nvGrpSpPr>
          <p:grpSpPr>
            <a:xfrm>
              <a:off x="0" y="543361"/>
              <a:ext cx="3370216" cy="493479"/>
              <a:chOff x="0" y="288813"/>
              <a:chExt cx="3370216" cy="493479"/>
            </a:xfrm>
            <a:solidFill>
              <a:srgbClr val="131426"/>
            </a:solidFill>
          </p:grpSpPr>
          <p:sp>
            <p:nvSpPr>
              <p:cNvPr id="48" name="矩形 47"/>
              <p:cNvSpPr/>
              <p:nvPr/>
            </p:nvSpPr>
            <p:spPr>
              <a:xfrm>
                <a:off x="0" y="288813"/>
                <a:ext cx="3052812" cy="4934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  <p:sp>
            <p:nvSpPr>
              <p:cNvPr id="49" name="直角三角形 48"/>
              <p:cNvSpPr/>
              <p:nvPr/>
            </p:nvSpPr>
            <p:spPr>
              <a:xfrm>
                <a:off x="3052811" y="292635"/>
                <a:ext cx="317405" cy="489657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</p:grpSp>
        <p:sp>
          <p:nvSpPr>
            <p:cNvPr id="4" name="文本框 3"/>
            <p:cNvSpPr txBox="1"/>
            <p:nvPr/>
          </p:nvSpPr>
          <p:spPr>
            <a:xfrm>
              <a:off x="285750" y="556379"/>
              <a:ext cx="26860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/>
                  <a:ea typeface="微软雅黑"/>
                </a:rPr>
                <a:t>结构思考力是什么</a:t>
              </a:r>
              <a:endParaRPr lang="zh-CN" altLang="en-US" sz="2400" b="1" dirty="0">
                <a:solidFill>
                  <a:schemeClr val="bg1"/>
                </a:solidFill>
                <a:latin typeface="微软雅黑"/>
                <a:ea typeface="微软雅黑"/>
              </a:endParaRPr>
            </a:p>
          </p:txBody>
        </p:sp>
      </p:grpSp>
      <p:pic>
        <p:nvPicPr>
          <p:cNvPr id="10242" name="Picture 2" descr="http://s16.sinaimg.cn/bmiddle/6375ad58xc0c4158fb1ef&amp;69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" y="1878488"/>
            <a:ext cx="5312822" cy="3672523"/>
          </a:xfrm>
          <a:prstGeom prst="rect">
            <a:avLst/>
          </a:prstGeom>
          <a:noFill/>
        </p:spPr>
      </p:pic>
      <p:sp>
        <p:nvSpPr>
          <p:cNvPr id="35" name="TextBox 34"/>
          <p:cNvSpPr txBox="1"/>
          <p:nvPr/>
        </p:nvSpPr>
        <p:spPr>
          <a:xfrm>
            <a:off x="6823710" y="1905506"/>
            <a:ext cx="4377690" cy="3046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 dirty="0" smtClean="0">
                <a:latin typeface="微软雅黑" pitchFamily="34" charset="-122"/>
                <a:ea typeface="微软雅黑" pitchFamily="34" charset="-122"/>
              </a:rPr>
              <a:t>结构</a:t>
            </a:r>
            <a:r>
              <a:rPr lang="en-US" altLang="zh-CN" sz="3200" b="1" dirty="0" smtClean="0"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3200" b="1" dirty="0" smtClean="0">
                <a:latin typeface="微软雅黑" pitchFamily="34" charset="-122"/>
                <a:ea typeface="微软雅黑" pitchFamily="34" charset="-122"/>
              </a:rPr>
              <a:t>思考</a:t>
            </a:r>
            <a:endParaRPr lang="en-US" altLang="zh-CN" sz="3200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 dirty="0" smtClean="0">
                <a:latin typeface="微软雅黑" pitchFamily="34" charset="-122"/>
                <a:ea typeface="微软雅黑" pitchFamily="34" charset="-122"/>
              </a:rPr>
              <a:t>先总后分的立体化思维</a:t>
            </a:r>
            <a:endParaRPr lang="en-US" altLang="zh-CN" sz="3200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b="1" dirty="0" smtClean="0">
                <a:latin typeface="微软雅黑" pitchFamily="34" charset="-122"/>
                <a:ea typeface="微软雅黑" pitchFamily="34" charset="-122"/>
              </a:rPr>
              <a:t>思维工具和技能</a:t>
            </a:r>
            <a:endParaRPr lang="zh-CN" altLang="en-US" sz="3200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2242776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"/>
          <p:cNvGrpSpPr/>
          <p:nvPr/>
        </p:nvGrpSpPr>
        <p:grpSpPr>
          <a:xfrm>
            <a:off x="0" y="543361"/>
            <a:ext cx="4446270" cy="493479"/>
            <a:chOff x="0" y="543361"/>
            <a:chExt cx="3370216" cy="493479"/>
          </a:xfrm>
        </p:grpSpPr>
        <p:grpSp>
          <p:nvGrpSpPr>
            <p:cNvPr id="3" name="组合 46"/>
            <p:cNvGrpSpPr/>
            <p:nvPr/>
          </p:nvGrpSpPr>
          <p:grpSpPr>
            <a:xfrm>
              <a:off x="0" y="543361"/>
              <a:ext cx="3370216" cy="493479"/>
              <a:chOff x="0" y="288813"/>
              <a:chExt cx="3370216" cy="493479"/>
            </a:xfrm>
            <a:solidFill>
              <a:srgbClr val="131426"/>
            </a:solidFill>
          </p:grpSpPr>
          <p:sp>
            <p:nvSpPr>
              <p:cNvPr id="5" name="矩形 47"/>
              <p:cNvSpPr/>
              <p:nvPr/>
            </p:nvSpPr>
            <p:spPr>
              <a:xfrm>
                <a:off x="0" y="288813"/>
                <a:ext cx="3052812" cy="4934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  <p:sp>
            <p:nvSpPr>
              <p:cNvPr id="6" name="直角三角形 48"/>
              <p:cNvSpPr/>
              <p:nvPr/>
            </p:nvSpPr>
            <p:spPr>
              <a:xfrm>
                <a:off x="3052811" y="292635"/>
                <a:ext cx="317405" cy="489657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</p:grpSp>
        <p:sp>
          <p:nvSpPr>
            <p:cNvPr id="4" name="文本框 3"/>
            <p:cNvSpPr txBox="1"/>
            <p:nvPr/>
          </p:nvSpPr>
          <p:spPr>
            <a:xfrm>
              <a:off x="77974" y="556379"/>
              <a:ext cx="29717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/>
                  <a:ea typeface="微软雅黑"/>
                </a:rPr>
                <a:t>是否具备结构思考力的区别</a:t>
              </a:r>
              <a:endParaRPr lang="zh-CN" altLang="en-US" sz="2400" b="1" dirty="0">
                <a:solidFill>
                  <a:schemeClr val="bg1"/>
                </a:solidFill>
                <a:latin typeface="微软雅黑"/>
                <a:ea typeface="微软雅黑"/>
              </a:endParaRPr>
            </a:p>
          </p:txBody>
        </p:sp>
      </p:grp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01090" y="1674282"/>
          <a:ext cx="9989820" cy="3692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1"/>
                <a:gridCol w="3840480"/>
                <a:gridCol w="4000499"/>
              </a:tblGrid>
              <a:tr h="6153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>
                          <a:latin typeface="微软雅黑" pitchFamily="34" charset="-122"/>
                          <a:ea typeface="微软雅黑" pitchFamily="34" charset="-122"/>
                        </a:rPr>
                        <a:t>类别</a:t>
                      </a:r>
                      <a:endParaRPr lang="zh-CN" altLang="en-US" sz="28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>
                          <a:latin typeface="微软雅黑" pitchFamily="34" charset="-122"/>
                          <a:ea typeface="微软雅黑" pitchFamily="34" charset="-122"/>
                        </a:rPr>
                        <a:t>不具备</a:t>
                      </a:r>
                      <a:endParaRPr lang="zh-CN" altLang="en-US" sz="28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>
                          <a:latin typeface="微软雅黑" pitchFamily="34" charset="-122"/>
                          <a:ea typeface="微软雅黑" pitchFamily="34" charset="-122"/>
                        </a:rPr>
                        <a:t>具备</a:t>
                      </a:r>
                      <a:endParaRPr lang="zh-CN" altLang="en-US" sz="28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</a:tr>
              <a:tr h="6153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latin typeface="微软雅黑" pitchFamily="34" charset="-122"/>
                          <a:ea typeface="微软雅黑" pitchFamily="34" charset="-122"/>
                        </a:rPr>
                        <a:t>解决问题</a:t>
                      </a:r>
                      <a:endParaRPr lang="zh-CN" altLang="en-US" sz="2400" b="1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itchFamily="34" charset="-122"/>
                          <a:ea typeface="微软雅黑" pitchFamily="34" charset="-122"/>
                        </a:rPr>
                        <a:t>难以把握问题关键</a:t>
                      </a:r>
                      <a:endParaRPr lang="zh-CN" altLang="en-US" sz="20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迅速抓住主要矛盾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</a:tr>
              <a:tr h="6153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latin typeface="微软雅黑" pitchFamily="34" charset="-122"/>
                          <a:ea typeface="微软雅黑" pitchFamily="34" charset="-122"/>
                        </a:rPr>
                        <a:t>决策</a:t>
                      </a:r>
                      <a:endParaRPr lang="zh-CN" altLang="en-US" sz="2400" b="1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itchFamily="34" charset="-122"/>
                          <a:ea typeface="微软雅黑" pitchFamily="34" charset="-122"/>
                        </a:rPr>
                        <a:t>犹豫不决</a:t>
                      </a:r>
                      <a:endParaRPr lang="zh-CN" altLang="en-US" sz="20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果敢做出科学决策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</a:tr>
              <a:tr h="6153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latin typeface="微软雅黑" pitchFamily="34" charset="-122"/>
                          <a:ea typeface="微软雅黑" pitchFamily="34" charset="-122"/>
                        </a:rPr>
                        <a:t>写作</a:t>
                      </a:r>
                      <a:endParaRPr lang="zh-CN" altLang="en-US" sz="2400" b="1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itchFamily="34" charset="-122"/>
                          <a:ea typeface="微软雅黑" pitchFamily="34" charset="-122"/>
                        </a:rPr>
                        <a:t>结构混乱，文字堆砌</a:t>
                      </a:r>
                      <a:endParaRPr lang="zh-CN" altLang="en-US" sz="20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主题明确，层次清晰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</a:tr>
              <a:tr h="6153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latin typeface="微软雅黑" pitchFamily="34" charset="-122"/>
                          <a:ea typeface="微软雅黑" pitchFamily="34" charset="-122"/>
                        </a:rPr>
                        <a:t>表达沟通</a:t>
                      </a:r>
                      <a:endParaRPr lang="zh-CN" altLang="en-US" sz="2400" b="1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itchFamily="34" charset="-122"/>
                          <a:ea typeface="微软雅黑" pitchFamily="34" charset="-122"/>
                        </a:rPr>
                        <a:t>表达累赘，语无伦次</a:t>
                      </a:r>
                      <a:endParaRPr lang="zh-CN" altLang="en-US" sz="20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表达有条理，突出重点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</a:tr>
              <a:tr h="6153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latin typeface="微软雅黑" pitchFamily="34" charset="-122"/>
                          <a:ea typeface="微软雅黑" pitchFamily="34" charset="-122"/>
                        </a:rPr>
                        <a:t>辅导</a:t>
                      </a:r>
                      <a:endParaRPr lang="zh-CN" altLang="en-US" sz="2400" b="1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latin typeface="微软雅黑" pitchFamily="34" charset="-122"/>
                          <a:ea typeface="微软雅黑" pitchFamily="34" charset="-122"/>
                        </a:rPr>
                        <a:t>被辅导者难以理解</a:t>
                      </a:r>
                      <a:endParaRPr lang="zh-CN" altLang="en-US" sz="20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辅导目的和方法明确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0"/>
          <p:cNvGrpSpPr/>
          <p:nvPr/>
        </p:nvGrpSpPr>
        <p:grpSpPr>
          <a:xfrm>
            <a:off x="11550315" y="6507183"/>
            <a:ext cx="299785" cy="299785"/>
            <a:chOff x="11550315" y="6496550"/>
            <a:chExt cx="299785" cy="299785"/>
          </a:xfrm>
        </p:grpSpPr>
        <p:sp>
          <p:nvSpPr>
            <p:cNvPr id="36" name="椭圆 35"/>
            <p:cNvSpPr/>
            <p:nvPr/>
          </p:nvSpPr>
          <p:spPr>
            <a:xfrm>
              <a:off x="11550315" y="6496550"/>
              <a:ext cx="299785" cy="299785"/>
            </a:xfrm>
            <a:prstGeom prst="ellipse">
              <a:avLst/>
            </a:prstGeom>
            <a:solidFill>
              <a:srgbClr val="FCF8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a typeface="微软雅黑"/>
              </a:endParaRPr>
            </a:p>
          </p:txBody>
        </p:sp>
        <p:sp>
          <p:nvSpPr>
            <p:cNvPr id="37" name="右箭头 36"/>
            <p:cNvSpPr/>
            <p:nvPr/>
          </p:nvSpPr>
          <p:spPr>
            <a:xfrm>
              <a:off x="11640049" y="6556709"/>
              <a:ext cx="144379" cy="168442"/>
            </a:xfrm>
            <a:prstGeom prst="rightArrow">
              <a:avLst/>
            </a:prstGeom>
            <a:solidFill>
              <a:srgbClr val="1314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a typeface="微软雅黑"/>
              </a:endParaRPr>
            </a:p>
          </p:txBody>
        </p:sp>
      </p:grpSp>
      <p:grpSp>
        <p:nvGrpSpPr>
          <p:cNvPr id="3" name="组合 37"/>
          <p:cNvGrpSpPr/>
          <p:nvPr/>
        </p:nvGrpSpPr>
        <p:grpSpPr>
          <a:xfrm flipH="1">
            <a:off x="11055771" y="6507183"/>
            <a:ext cx="299785" cy="299785"/>
            <a:chOff x="11550315" y="6496550"/>
            <a:chExt cx="299785" cy="299785"/>
          </a:xfrm>
        </p:grpSpPr>
        <p:sp>
          <p:nvSpPr>
            <p:cNvPr id="39" name="椭圆 38"/>
            <p:cNvSpPr/>
            <p:nvPr/>
          </p:nvSpPr>
          <p:spPr>
            <a:xfrm>
              <a:off x="11550315" y="6496550"/>
              <a:ext cx="299785" cy="299785"/>
            </a:xfrm>
            <a:prstGeom prst="ellipse">
              <a:avLst/>
            </a:prstGeom>
            <a:solidFill>
              <a:srgbClr val="FCF8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a typeface="微软雅黑"/>
              </a:endParaRPr>
            </a:p>
          </p:txBody>
        </p:sp>
        <p:sp>
          <p:nvSpPr>
            <p:cNvPr id="40" name="右箭头 39"/>
            <p:cNvSpPr/>
            <p:nvPr/>
          </p:nvSpPr>
          <p:spPr>
            <a:xfrm>
              <a:off x="11640049" y="6556709"/>
              <a:ext cx="144379" cy="168442"/>
            </a:xfrm>
            <a:prstGeom prst="rightArrow">
              <a:avLst/>
            </a:prstGeom>
            <a:solidFill>
              <a:srgbClr val="1314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ea typeface="微软雅黑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0" y="543361"/>
            <a:ext cx="3806190" cy="844015"/>
            <a:chOff x="0" y="543361"/>
            <a:chExt cx="3370216" cy="844015"/>
          </a:xfrm>
        </p:grpSpPr>
        <p:grpSp>
          <p:nvGrpSpPr>
            <p:cNvPr id="6" name="组合 46"/>
            <p:cNvGrpSpPr/>
            <p:nvPr/>
          </p:nvGrpSpPr>
          <p:grpSpPr>
            <a:xfrm>
              <a:off x="0" y="543361"/>
              <a:ext cx="3370216" cy="493479"/>
              <a:chOff x="0" y="288813"/>
              <a:chExt cx="3370216" cy="493479"/>
            </a:xfrm>
            <a:solidFill>
              <a:srgbClr val="131426"/>
            </a:solidFill>
          </p:grpSpPr>
          <p:sp>
            <p:nvSpPr>
              <p:cNvPr id="48" name="矩形 47"/>
              <p:cNvSpPr/>
              <p:nvPr/>
            </p:nvSpPr>
            <p:spPr>
              <a:xfrm>
                <a:off x="0" y="288813"/>
                <a:ext cx="3052812" cy="4934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  <p:sp>
            <p:nvSpPr>
              <p:cNvPr id="49" name="直角三角形 48"/>
              <p:cNvSpPr/>
              <p:nvPr/>
            </p:nvSpPr>
            <p:spPr>
              <a:xfrm>
                <a:off x="3052811" y="292635"/>
                <a:ext cx="317405" cy="489657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</p:grpSp>
        <p:sp>
          <p:nvSpPr>
            <p:cNvPr id="4" name="文本框 3"/>
            <p:cNvSpPr txBox="1"/>
            <p:nvPr/>
          </p:nvSpPr>
          <p:spPr>
            <a:xfrm>
              <a:off x="0" y="556379"/>
              <a:ext cx="297179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/>
                  <a:ea typeface="微软雅黑"/>
                </a:rPr>
                <a:t>结构思考力的作用非凡</a:t>
              </a:r>
              <a:endParaRPr lang="zh-CN" altLang="en-US" sz="2400" b="1" dirty="0">
                <a:solidFill>
                  <a:schemeClr val="bg1"/>
                </a:solidFill>
                <a:latin typeface="微软雅黑"/>
                <a:ea typeface="微软雅黑"/>
              </a:endParaRPr>
            </a:p>
          </p:txBody>
        </p:sp>
      </p:grpSp>
      <p:pic>
        <p:nvPicPr>
          <p:cNvPr id="48130" name="Picture 2" descr="http://img.managershare.com/uploads/2015/10/1443976324446794.jpeg"/>
          <p:cNvPicPr>
            <a:picLocks noChangeAspect="1" noChangeArrowheads="1"/>
          </p:cNvPicPr>
          <p:nvPr/>
        </p:nvPicPr>
        <p:blipFill>
          <a:blip r:embed="rId2" cstate="print"/>
          <a:srcRect t="9424" r="22733"/>
          <a:stretch>
            <a:fillRect/>
          </a:stretch>
        </p:blipFill>
        <p:spPr bwMode="auto">
          <a:xfrm>
            <a:off x="262890" y="1097280"/>
            <a:ext cx="5532120" cy="4766310"/>
          </a:xfrm>
          <a:prstGeom prst="rect">
            <a:avLst/>
          </a:prstGeom>
          <a:noFill/>
        </p:spPr>
      </p:pic>
      <p:pic>
        <p:nvPicPr>
          <p:cNvPr id="48132" name="Picture 4" descr="http://img.managershare.com/uploads/2015/10/1443976325575153.jpeg"/>
          <p:cNvPicPr>
            <a:picLocks noChangeAspect="1" noChangeArrowheads="1"/>
          </p:cNvPicPr>
          <p:nvPr/>
        </p:nvPicPr>
        <p:blipFill>
          <a:blip r:embed="rId3" cstate="print"/>
          <a:srcRect t="15821" r="874"/>
          <a:stretch>
            <a:fillRect/>
          </a:stretch>
        </p:blipFill>
        <p:spPr bwMode="auto">
          <a:xfrm>
            <a:off x="2517139" y="1125220"/>
            <a:ext cx="6635336" cy="4652010"/>
          </a:xfrm>
          <a:prstGeom prst="rect">
            <a:avLst/>
          </a:prstGeom>
          <a:noFill/>
        </p:spPr>
      </p:pic>
      <p:pic>
        <p:nvPicPr>
          <p:cNvPr id="48134" name="Picture 6" descr="http://img.managershare.com/uploads/2015/10/1443976327217535.jpeg"/>
          <p:cNvPicPr>
            <a:picLocks noChangeAspect="1" noChangeArrowheads="1"/>
          </p:cNvPicPr>
          <p:nvPr/>
        </p:nvPicPr>
        <p:blipFill>
          <a:blip r:embed="rId4" cstate="print"/>
          <a:srcRect t="7648" r="2077" b="29198"/>
          <a:stretch>
            <a:fillRect/>
          </a:stretch>
        </p:blipFill>
        <p:spPr bwMode="auto">
          <a:xfrm>
            <a:off x="4402499" y="1136198"/>
            <a:ext cx="5118691" cy="4630053"/>
          </a:xfrm>
          <a:prstGeom prst="rect">
            <a:avLst/>
          </a:prstGeom>
          <a:noFill/>
        </p:spPr>
      </p:pic>
      <p:pic>
        <p:nvPicPr>
          <p:cNvPr id="48136" name="Picture 8" descr="http://img.managershare.com/uploads/2015/10/1443976505593988.jpeg"/>
          <p:cNvPicPr>
            <a:picLocks noChangeAspect="1" noChangeArrowheads="1"/>
          </p:cNvPicPr>
          <p:nvPr/>
        </p:nvPicPr>
        <p:blipFill>
          <a:blip r:embed="rId5" cstate="print"/>
          <a:srcRect t="7846" r="4371" b="27058"/>
          <a:stretch>
            <a:fillRect/>
          </a:stretch>
        </p:blipFill>
        <p:spPr bwMode="auto">
          <a:xfrm>
            <a:off x="6438900" y="936625"/>
            <a:ext cx="5248007" cy="5029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324384"/>
      </p:ext>
    </p:ext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4"/>
          <p:cNvGrpSpPr/>
          <p:nvPr/>
        </p:nvGrpSpPr>
        <p:grpSpPr>
          <a:xfrm>
            <a:off x="0" y="543361"/>
            <a:ext cx="3086100" cy="493479"/>
            <a:chOff x="0" y="543361"/>
            <a:chExt cx="3370216" cy="493479"/>
          </a:xfrm>
        </p:grpSpPr>
        <p:grpSp>
          <p:nvGrpSpPr>
            <p:cNvPr id="8" name="组合 46"/>
            <p:cNvGrpSpPr/>
            <p:nvPr/>
          </p:nvGrpSpPr>
          <p:grpSpPr>
            <a:xfrm>
              <a:off x="0" y="543361"/>
              <a:ext cx="3370216" cy="493479"/>
              <a:chOff x="0" y="288813"/>
              <a:chExt cx="3370216" cy="493479"/>
            </a:xfrm>
            <a:solidFill>
              <a:srgbClr val="131426"/>
            </a:solidFill>
          </p:grpSpPr>
          <p:sp>
            <p:nvSpPr>
              <p:cNvPr id="10" name="矩形 47"/>
              <p:cNvSpPr/>
              <p:nvPr/>
            </p:nvSpPr>
            <p:spPr>
              <a:xfrm>
                <a:off x="0" y="288813"/>
                <a:ext cx="3052812" cy="4934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  <p:sp>
            <p:nvSpPr>
              <p:cNvPr id="11" name="直角三角形 48"/>
              <p:cNvSpPr/>
              <p:nvPr/>
            </p:nvSpPr>
            <p:spPr>
              <a:xfrm>
                <a:off x="3052811" y="292635"/>
                <a:ext cx="317405" cy="489657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</p:grpSp>
        <p:sp>
          <p:nvSpPr>
            <p:cNvPr id="9" name="文本框 3"/>
            <p:cNvSpPr txBox="1"/>
            <p:nvPr/>
          </p:nvSpPr>
          <p:spPr>
            <a:xfrm>
              <a:off x="215279" y="556379"/>
              <a:ext cx="29717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/>
                  <a:ea typeface="微软雅黑"/>
                </a:rPr>
                <a:t>结构思考力模型</a:t>
              </a:r>
              <a:endParaRPr lang="zh-CN" altLang="en-US" sz="2400" b="1" dirty="0">
                <a:solidFill>
                  <a:schemeClr val="bg1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20089" y="1383030"/>
            <a:ext cx="10404765" cy="4494609"/>
            <a:chOff x="720089" y="1383030"/>
            <a:chExt cx="10404765" cy="4494609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t="19165"/>
            <a:stretch>
              <a:fillRect/>
            </a:stretch>
          </p:blipFill>
          <p:spPr bwMode="auto">
            <a:xfrm>
              <a:off x="720089" y="1383030"/>
              <a:ext cx="10404765" cy="4494609"/>
            </a:xfrm>
            <a:prstGeom prst="rect">
              <a:avLst/>
            </a:prstGeom>
            <a:noFill/>
            <a:ln w="1">
              <a:noFill/>
              <a:miter lim="800000"/>
              <a:headEnd/>
              <a:tailEnd type="none" w="med" len="med"/>
            </a:ln>
            <a:effectLst/>
          </p:spPr>
        </p:pic>
        <p:sp>
          <p:nvSpPr>
            <p:cNvPr id="13" name="Rectangle 12"/>
            <p:cNvSpPr/>
            <p:nvPr/>
          </p:nvSpPr>
          <p:spPr>
            <a:xfrm>
              <a:off x="5955030" y="1623060"/>
              <a:ext cx="1005840" cy="9715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"/>
          <p:cNvGrpSpPr/>
          <p:nvPr/>
        </p:nvGrpSpPr>
        <p:grpSpPr>
          <a:xfrm>
            <a:off x="0" y="543361"/>
            <a:ext cx="3086100" cy="493479"/>
            <a:chOff x="0" y="543361"/>
            <a:chExt cx="3370216" cy="493479"/>
          </a:xfrm>
        </p:grpSpPr>
        <p:grpSp>
          <p:nvGrpSpPr>
            <p:cNvPr id="3" name="组合 46"/>
            <p:cNvGrpSpPr/>
            <p:nvPr/>
          </p:nvGrpSpPr>
          <p:grpSpPr>
            <a:xfrm>
              <a:off x="0" y="543361"/>
              <a:ext cx="3370216" cy="493479"/>
              <a:chOff x="0" y="288813"/>
              <a:chExt cx="3370216" cy="493479"/>
            </a:xfrm>
            <a:solidFill>
              <a:srgbClr val="131426"/>
            </a:solidFill>
          </p:grpSpPr>
          <p:sp>
            <p:nvSpPr>
              <p:cNvPr id="10" name="矩形 47"/>
              <p:cNvSpPr/>
              <p:nvPr/>
            </p:nvSpPr>
            <p:spPr>
              <a:xfrm>
                <a:off x="0" y="288813"/>
                <a:ext cx="3052812" cy="4934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  <p:sp>
            <p:nvSpPr>
              <p:cNvPr id="11" name="直角三角形 48"/>
              <p:cNvSpPr/>
              <p:nvPr/>
            </p:nvSpPr>
            <p:spPr>
              <a:xfrm>
                <a:off x="3052811" y="292635"/>
                <a:ext cx="317405" cy="489657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</p:grpSp>
        <p:sp>
          <p:nvSpPr>
            <p:cNvPr id="9" name="文本框 3"/>
            <p:cNvSpPr txBox="1"/>
            <p:nvPr/>
          </p:nvSpPr>
          <p:spPr>
            <a:xfrm>
              <a:off x="215279" y="556379"/>
              <a:ext cx="29717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/>
                  <a:ea typeface="微软雅黑"/>
                </a:rPr>
                <a:t>论：结论先行</a:t>
              </a:r>
              <a:endParaRPr lang="zh-CN" altLang="en-US" sz="2400" b="1" dirty="0">
                <a:solidFill>
                  <a:schemeClr val="bg1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38250" y="1428750"/>
            <a:ext cx="97155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“董事长您好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!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刘经理刚打电话来说系统出现了突发状况，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点钟他无法参加会议了。小张说他晚一点开会没关系，明天再开也可以，但最好别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11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点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30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分之后开。可是明天的会议室已经被别人预定了，但是星期五是空着的。王总秘书说，王总明天需要很晚才能从外地出差回来。我建议把会议时间定在星期五的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点比较合适，您看行么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?”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70045" y="3840480"/>
            <a:ext cx="38519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如果老板给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秒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如果老板给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30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秒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…</a:t>
            </a: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如果老板给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60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秒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"/>
          <p:cNvGrpSpPr/>
          <p:nvPr/>
        </p:nvGrpSpPr>
        <p:grpSpPr>
          <a:xfrm>
            <a:off x="0" y="543361"/>
            <a:ext cx="3086100" cy="493479"/>
            <a:chOff x="0" y="543361"/>
            <a:chExt cx="3370216" cy="493479"/>
          </a:xfrm>
        </p:grpSpPr>
        <p:grpSp>
          <p:nvGrpSpPr>
            <p:cNvPr id="3" name="组合 46"/>
            <p:cNvGrpSpPr/>
            <p:nvPr/>
          </p:nvGrpSpPr>
          <p:grpSpPr>
            <a:xfrm>
              <a:off x="0" y="543361"/>
              <a:ext cx="3370216" cy="493479"/>
              <a:chOff x="0" y="288813"/>
              <a:chExt cx="3370216" cy="493479"/>
            </a:xfrm>
            <a:solidFill>
              <a:srgbClr val="131426"/>
            </a:solidFill>
          </p:grpSpPr>
          <p:sp>
            <p:nvSpPr>
              <p:cNvPr id="10" name="矩形 47"/>
              <p:cNvSpPr/>
              <p:nvPr/>
            </p:nvSpPr>
            <p:spPr>
              <a:xfrm>
                <a:off x="0" y="288813"/>
                <a:ext cx="3052812" cy="4934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  <p:sp>
            <p:nvSpPr>
              <p:cNvPr id="11" name="直角三角形 48"/>
              <p:cNvSpPr/>
              <p:nvPr/>
            </p:nvSpPr>
            <p:spPr>
              <a:xfrm>
                <a:off x="3052811" y="292635"/>
                <a:ext cx="317405" cy="489657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</p:grpSp>
        <p:sp>
          <p:nvSpPr>
            <p:cNvPr id="9" name="文本框 3"/>
            <p:cNvSpPr txBox="1"/>
            <p:nvPr/>
          </p:nvSpPr>
          <p:spPr>
            <a:xfrm>
              <a:off x="215279" y="556379"/>
              <a:ext cx="29717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/>
                  <a:ea typeface="微软雅黑"/>
                </a:rPr>
                <a:t>证：以上统下</a:t>
              </a:r>
              <a:endParaRPr lang="zh-CN" altLang="en-US" sz="2400" b="1" dirty="0">
                <a:solidFill>
                  <a:schemeClr val="bg1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499360" y="1225907"/>
            <a:ext cx="71932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 smtClean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3200" b="1" dirty="0" smtClean="0">
                <a:latin typeface="微软雅黑" pitchFamily="34" charset="-122"/>
                <a:ea typeface="微软雅黑" pitchFamily="34" charset="-122"/>
              </a:rPr>
              <a:t>辩题</a:t>
            </a:r>
            <a:r>
              <a:rPr lang="en-US" altLang="zh-CN" sz="3200" b="1" dirty="0" smtClean="0">
                <a:latin typeface="微软雅黑" pitchFamily="34" charset="-122"/>
                <a:ea typeface="微软雅黑" pitchFamily="34" charset="-122"/>
              </a:rPr>
              <a:t>】</a:t>
            </a:r>
            <a:r>
              <a:rPr lang="zh-CN" altLang="en-US" sz="3200" b="1" dirty="0" smtClean="0">
                <a:latin typeface="微软雅黑" pitchFamily="34" charset="-122"/>
                <a:ea typeface="微软雅黑" pitchFamily="34" charset="-122"/>
              </a:rPr>
              <a:t>长生不老是不是一件好事？</a:t>
            </a:r>
            <a:endParaRPr lang="en-US" altLang="zh-CN" sz="3200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3200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  第一轮：正反方一辩开篇立论（各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分钟）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  第二轮：自由辩论（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分钟）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  第三轮：正反方三辩总结（各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分钟）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"/>
          <p:cNvGrpSpPr/>
          <p:nvPr/>
        </p:nvGrpSpPr>
        <p:grpSpPr>
          <a:xfrm>
            <a:off x="0" y="543361"/>
            <a:ext cx="3086100" cy="493479"/>
            <a:chOff x="0" y="543361"/>
            <a:chExt cx="3370216" cy="493479"/>
          </a:xfrm>
        </p:grpSpPr>
        <p:grpSp>
          <p:nvGrpSpPr>
            <p:cNvPr id="3" name="组合 46"/>
            <p:cNvGrpSpPr/>
            <p:nvPr/>
          </p:nvGrpSpPr>
          <p:grpSpPr>
            <a:xfrm>
              <a:off x="0" y="543361"/>
              <a:ext cx="3370216" cy="493479"/>
              <a:chOff x="0" y="288813"/>
              <a:chExt cx="3370216" cy="493479"/>
            </a:xfrm>
            <a:solidFill>
              <a:srgbClr val="131426"/>
            </a:solidFill>
          </p:grpSpPr>
          <p:sp>
            <p:nvSpPr>
              <p:cNvPr id="10" name="矩形 47"/>
              <p:cNvSpPr/>
              <p:nvPr/>
            </p:nvSpPr>
            <p:spPr>
              <a:xfrm>
                <a:off x="0" y="288813"/>
                <a:ext cx="3052812" cy="4934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  <p:sp>
            <p:nvSpPr>
              <p:cNvPr id="11" name="直角三角形 48"/>
              <p:cNvSpPr/>
              <p:nvPr/>
            </p:nvSpPr>
            <p:spPr>
              <a:xfrm>
                <a:off x="3052811" y="292635"/>
                <a:ext cx="317405" cy="489657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</p:grpSp>
        <p:sp>
          <p:nvSpPr>
            <p:cNvPr id="9" name="文本框 3"/>
            <p:cNvSpPr txBox="1"/>
            <p:nvPr/>
          </p:nvSpPr>
          <p:spPr>
            <a:xfrm>
              <a:off x="40528" y="556379"/>
              <a:ext cx="29717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/>
                  <a:ea typeface="微软雅黑"/>
                </a:rPr>
                <a:t>类：归类分组</a:t>
              </a:r>
              <a:endParaRPr lang="zh-CN" altLang="en-US" sz="2400" b="1" dirty="0">
                <a:solidFill>
                  <a:schemeClr val="bg1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200525" y="5029200"/>
            <a:ext cx="44538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微软雅黑" pitchFamily="34" charset="-122"/>
                <a:ea typeface="微软雅黑" pitchFamily="34" charset="-122"/>
              </a:rPr>
              <a:t>相互独立│完全穷尽</a:t>
            </a:r>
            <a:endParaRPr lang="zh-CN" altLang="en-US" sz="32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Diagram 14"/>
          <p:cNvGraphicFramePr/>
          <p:nvPr/>
        </p:nvGraphicFramePr>
        <p:xfrm>
          <a:off x="1691640" y="1028700"/>
          <a:ext cx="3920490" cy="4171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6" name="Diagram 15"/>
          <p:cNvGraphicFramePr/>
          <p:nvPr/>
        </p:nvGraphicFramePr>
        <p:xfrm>
          <a:off x="6345996" y="986790"/>
          <a:ext cx="4169604" cy="4133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2" name="TextBox 13"/>
          <p:cNvSpPr txBox="1"/>
          <p:nvPr/>
        </p:nvSpPr>
        <p:spPr>
          <a:xfrm>
            <a:off x="4869027" y="1194179"/>
            <a:ext cx="2953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MECE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原则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Graphic spid="15" grpId="0">
        <p:bldAsOne/>
      </p:bldGraphic>
      <p:bldGraphic spid="16" grpId="0">
        <p:bldAsOne/>
      </p:bldGraphic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4"/>
          <p:cNvGrpSpPr/>
          <p:nvPr/>
        </p:nvGrpSpPr>
        <p:grpSpPr>
          <a:xfrm>
            <a:off x="0" y="543361"/>
            <a:ext cx="3086100" cy="493479"/>
            <a:chOff x="0" y="543361"/>
            <a:chExt cx="3370216" cy="493479"/>
          </a:xfrm>
        </p:grpSpPr>
        <p:grpSp>
          <p:nvGrpSpPr>
            <p:cNvPr id="4" name="组合 46"/>
            <p:cNvGrpSpPr/>
            <p:nvPr/>
          </p:nvGrpSpPr>
          <p:grpSpPr>
            <a:xfrm>
              <a:off x="0" y="543361"/>
              <a:ext cx="3370216" cy="493479"/>
              <a:chOff x="0" y="288813"/>
              <a:chExt cx="3370216" cy="493479"/>
            </a:xfrm>
            <a:solidFill>
              <a:srgbClr val="131426"/>
            </a:solidFill>
          </p:grpSpPr>
          <p:sp>
            <p:nvSpPr>
              <p:cNvPr id="21" name="矩形 47"/>
              <p:cNvSpPr/>
              <p:nvPr/>
            </p:nvSpPr>
            <p:spPr>
              <a:xfrm>
                <a:off x="0" y="288813"/>
                <a:ext cx="3052812" cy="4934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  <p:sp>
            <p:nvSpPr>
              <p:cNvPr id="24" name="直角三角形 48"/>
              <p:cNvSpPr/>
              <p:nvPr/>
            </p:nvSpPr>
            <p:spPr>
              <a:xfrm>
                <a:off x="3052811" y="292635"/>
                <a:ext cx="317405" cy="489657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</p:grpSp>
        <p:sp>
          <p:nvSpPr>
            <p:cNvPr id="20" name="文本框 3"/>
            <p:cNvSpPr txBox="1"/>
            <p:nvPr/>
          </p:nvSpPr>
          <p:spPr>
            <a:xfrm>
              <a:off x="40528" y="556379"/>
              <a:ext cx="29717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微软雅黑"/>
                  <a:ea typeface="微软雅黑"/>
                </a:rPr>
                <a:t>比：逻辑递进</a:t>
              </a:r>
              <a:endParaRPr lang="zh-CN" altLang="en-US" sz="2400" b="1" dirty="0">
                <a:solidFill>
                  <a:schemeClr val="bg1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8" name="MH_Other_1"/>
          <p:cNvSpPr/>
          <p:nvPr>
            <p:custDataLst>
              <p:tags r:id="rId2"/>
            </p:custDataLst>
          </p:nvPr>
        </p:nvSpPr>
        <p:spPr>
          <a:xfrm>
            <a:off x="1559985" y="1886585"/>
            <a:ext cx="2027767" cy="749300"/>
          </a:xfrm>
          <a:custGeom>
            <a:avLst/>
            <a:gdLst>
              <a:gd name="connsiteX0" fmla="*/ 0 w 1521440"/>
              <a:gd name="connsiteY0" fmla="*/ 0 h 749300"/>
              <a:gd name="connsiteX1" fmla="*/ 1521440 w 1521440"/>
              <a:gd name="connsiteY1" fmla="*/ 0 h 749300"/>
              <a:gd name="connsiteX2" fmla="*/ 1507239 w 1521440"/>
              <a:gd name="connsiteY2" fmla="*/ 140870 h 749300"/>
              <a:gd name="connsiteX3" fmla="*/ 760720 w 1521440"/>
              <a:gd name="connsiteY3" fmla="*/ 749300 h 749300"/>
              <a:gd name="connsiteX4" fmla="*/ 14201 w 1521440"/>
              <a:gd name="connsiteY4" fmla="*/ 140870 h 74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1440" h="749300">
                <a:moveTo>
                  <a:pt x="0" y="0"/>
                </a:moveTo>
                <a:lnTo>
                  <a:pt x="1521440" y="0"/>
                </a:lnTo>
                <a:lnTo>
                  <a:pt x="1507239" y="140870"/>
                </a:lnTo>
                <a:cubicBezTo>
                  <a:pt x="1436185" y="488100"/>
                  <a:pt x="1128956" y="749300"/>
                  <a:pt x="760720" y="749300"/>
                </a:cubicBezTo>
                <a:cubicBezTo>
                  <a:pt x="392484" y="749300"/>
                  <a:pt x="85255" y="488100"/>
                  <a:pt x="14201" y="140870"/>
                </a:cubicBezTo>
                <a:close/>
              </a:path>
            </a:pathLst>
          </a:custGeom>
          <a:solidFill>
            <a:srgbClr val="47B6E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b="1" kern="0" dirty="0">
                <a:solidFill>
                  <a:srgbClr val="FFFFFF"/>
                </a:solidFill>
                <a:latin typeface="Calibri"/>
                <a:ea typeface="幼圆"/>
              </a:rPr>
              <a:t>01</a:t>
            </a:r>
            <a:endParaRPr lang="zh-CN" altLang="en-US" sz="3200" b="1" kern="0" dirty="0">
              <a:solidFill>
                <a:srgbClr val="FFFFFF"/>
              </a:solidFill>
              <a:latin typeface="Calibri"/>
              <a:ea typeface="幼圆"/>
            </a:endParaRPr>
          </a:p>
        </p:txBody>
      </p:sp>
      <p:pic>
        <p:nvPicPr>
          <p:cNvPr id="9" name="MH_Other_2"/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6" cstate="print"/>
          <a:srcRect t="50887"/>
          <a:stretch>
            <a:fillRect/>
          </a:stretch>
        </p:blipFill>
        <p:spPr bwMode="auto">
          <a:xfrm>
            <a:off x="893233" y="1886585"/>
            <a:ext cx="3361267" cy="10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MH_SubTitle_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40883" y="3085306"/>
            <a:ext cx="2865967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zh-CN" altLang="en-US" sz="3600" b="1" dirty="0" smtClean="0">
                <a:solidFill>
                  <a:srgbClr val="1A93C8"/>
                </a:solidFill>
                <a:latin typeface="微软雅黑" pitchFamily="34" charset="-122"/>
                <a:ea typeface="微软雅黑" pitchFamily="34" charset="-122"/>
              </a:rPr>
              <a:t>时间顺序</a:t>
            </a:r>
            <a:endParaRPr lang="en-US" altLang="zh-CN" sz="3600" b="1" dirty="0">
              <a:solidFill>
                <a:srgbClr val="1A93C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MH_Other_4"/>
          <p:cNvSpPr/>
          <p:nvPr>
            <p:custDataLst>
              <p:tags r:id="rId5"/>
            </p:custDataLst>
          </p:nvPr>
        </p:nvSpPr>
        <p:spPr>
          <a:xfrm>
            <a:off x="5082118" y="1886585"/>
            <a:ext cx="2027767" cy="749300"/>
          </a:xfrm>
          <a:custGeom>
            <a:avLst/>
            <a:gdLst>
              <a:gd name="connsiteX0" fmla="*/ 0 w 1521440"/>
              <a:gd name="connsiteY0" fmla="*/ 0 h 749300"/>
              <a:gd name="connsiteX1" fmla="*/ 1521440 w 1521440"/>
              <a:gd name="connsiteY1" fmla="*/ 0 h 749300"/>
              <a:gd name="connsiteX2" fmla="*/ 1507239 w 1521440"/>
              <a:gd name="connsiteY2" fmla="*/ 140870 h 749300"/>
              <a:gd name="connsiteX3" fmla="*/ 760720 w 1521440"/>
              <a:gd name="connsiteY3" fmla="*/ 749300 h 749300"/>
              <a:gd name="connsiteX4" fmla="*/ 14201 w 1521440"/>
              <a:gd name="connsiteY4" fmla="*/ 140870 h 74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1440" h="749300">
                <a:moveTo>
                  <a:pt x="0" y="0"/>
                </a:moveTo>
                <a:lnTo>
                  <a:pt x="1521440" y="0"/>
                </a:lnTo>
                <a:lnTo>
                  <a:pt x="1507239" y="140870"/>
                </a:lnTo>
                <a:cubicBezTo>
                  <a:pt x="1436185" y="488100"/>
                  <a:pt x="1128956" y="749300"/>
                  <a:pt x="760720" y="749300"/>
                </a:cubicBezTo>
                <a:cubicBezTo>
                  <a:pt x="392484" y="749300"/>
                  <a:pt x="85255" y="488100"/>
                  <a:pt x="14201" y="140870"/>
                </a:cubicBezTo>
                <a:close/>
              </a:path>
            </a:pathLst>
          </a:custGeom>
          <a:solidFill>
            <a:srgbClr val="628EE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b="1" kern="0" dirty="0">
                <a:solidFill>
                  <a:srgbClr val="FFFFFF"/>
                </a:solidFill>
                <a:latin typeface="Calibri"/>
                <a:ea typeface="幼圆"/>
              </a:rPr>
              <a:t>02</a:t>
            </a:r>
            <a:endParaRPr lang="zh-CN" altLang="en-US" sz="3200" b="1" kern="0" dirty="0">
              <a:solidFill>
                <a:srgbClr val="FFFFFF"/>
              </a:solidFill>
              <a:latin typeface="Calibri"/>
              <a:ea typeface="幼圆"/>
            </a:endParaRPr>
          </a:p>
        </p:txBody>
      </p:sp>
      <p:pic>
        <p:nvPicPr>
          <p:cNvPr id="13" name="MH_Other_5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6" cstate="print"/>
          <a:srcRect t="50887"/>
          <a:stretch>
            <a:fillRect/>
          </a:stretch>
        </p:blipFill>
        <p:spPr bwMode="auto">
          <a:xfrm>
            <a:off x="4415367" y="1886585"/>
            <a:ext cx="3361267" cy="10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H_SubTitle_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663016" y="3085306"/>
            <a:ext cx="2865967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zh-CN" altLang="en-US" sz="3600" b="1" dirty="0" smtClean="0">
                <a:solidFill>
                  <a:srgbClr val="255FCF"/>
                </a:solidFill>
                <a:latin typeface="微软雅黑" pitchFamily="34" charset="-122"/>
                <a:ea typeface="微软雅黑" pitchFamily="34" charset="-122"/>
              </a:rPr>
              <a:t>结构顺序</a:t>
            </a:r>
            <a:endParaRPr lang="en-US" altLang="zh-CN" sz="3600" b="1" dirty="0">
              <a:solidFill>
                <a:srgbClr val="255FC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MH_Other_7"/>
          <p:cNvSpPr/>
          <p:nvPr>
            <p:custDataLst>
              <p:tags r:id="rId8"/>
            </p:custDataLst>
          </p:nvPr>
        </p:nvSpPr>
        <p:spPr>
          <a:xfrm>
            <a:off x="8604251" y="1886585"/>
            <a:ext cx="2027767" cy="749300"/>
          </a:xfrm>
          <a:custGeom>
            <a:avLst/>
            <a:gdLst>
              <a:gd name="connsiteX0" fmla="*/ 0 w 1521440"/>
              <a:gd name="connsiteY0" fmla="*/ 0 h 749300"/>
              <a:gd name="connsiteX1" fmla="*/ 1521440 w 1521440"/>
              <a:gd name="connsiteY1" fmla="*/ 0 h 749300"/>
              <a:gd name="connsiteX2" fmla="*/ 1507239 w 1521440"/>
              <a:gd name="connsiteY2" fmla="*/ 140870 h 749300"/>
              <a:gd name="connsiteX3" fmla="*/ 760720 w 1521440"/>
              <a:gd name="connsiteY3" fmla="*/ 749300 h 749300"/>
              <a:gd name="connsiteX4" fmla="*/ 14201 w 1521440"/>
              <a:gd name="connsiteY4" fmla="*/ 140870 h 74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1440" h="749300">
                <a:moveTo>
                  <a:pt x="0" y="0"/>
                </a:moveTo>
                <a:lnTo>
                  <a:pt x="1521440" y="0"/>
                </a:lnTo>
                <a:lnTo>
                  <a:pt x="1507239" y="140870"/>
                </a:lnTo>
                <a:cubicBezTo>
                  <a:pt x="1436185" y="488100"/>
                  <a:pt x="1128956" y="749300"/>
                  <a:pt x="760720" y="749300"/>
                </a:cubicBezTo>
                <a:cubicBezTo>
                  <a:pt x="392484" y="749300"/>
                  <a:pt x="85255" y="488100"/>
                  <a:pt x="14201" y="140870"/>
                </a:cubicBezTo>
                <a:close/>
              </a:path>
            </a:pathLst>
          </a:custGeom>
          <a:solidFill>
            <a:srgbClr val="2BC3B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b="1" kern="0" dirty="0">
                <a:solidFill>
                  <a:srgbClr val="FFFFFF"/>
                </a:solidFill>
                <a:latin typeface="Calibri"/>
                <a:ea typeface="幼圆"/>
              </a:rPr>
              <a:t>03</a:t>
            </a:r>
            <a:endParaRPr lang="zh-CN" altLang="en-US" sz="3200" b="1" kern="0" dirty="0">
              <a:solidFill>
                <a:srgbClr val="FFFFFF"/>
              </a:solidFill>
              <a:latin typeface="Calibri"/>
              <a:ea typeface="幼圆"/>
            </a:endParaRPr>
          </a:p>
        </p:txBody>
      </p:sp>
      <p:pic>
        <p:nvPicPr>
          <p:cNvPr id="17" name="MH_Other_8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6" cstate="print"/>
          <a:srcRect t="50887"/>
          <a:stretch>
            <a:fillRect/>
          </a:stretch>
        </p:blipFill>
        <p:spPr bwMode="auto">
          <a:xfrm>
            <a:off x="7937500" y="1886585"/>
            <a:ext cx="3361267" cy="10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MH_SubTitle_3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8185149" y="3085306"/>
            <a:ext cx="2865967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zh-CN" altLang="en-US" sz="3600" b="1" dirty="0" smtClean="0">
                <a:solidFill>
                  <a:srgbClr val="209288"/>
                </a:solidFill>
                <a:latin typeface="微软雅黑" pitchFamily="34" charset="-122"/>
                <a:ea typeface="微软雅黑" pitchFamily="34" charset="-122"/>
              </a:rPr>
              <a:t>重要性顺序</a:t>
            </a:r>
            <a:endParaRPr lang="en-US" altLang="zh-CN" sz="3600" b="1" dirty="0">
              <a:solidFill>
                <a:srgbClr val="20928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MH_Other_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448225" y="4042093"/>
            <a:ext cx="3154680" cy="1319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过去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现在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将来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阶段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1-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阶段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2-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阶段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3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流程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1-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流程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2-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流程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3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MH_Other_6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027508" y="4042093"/>
            <a:ext cx="3154680" cy="1319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从外到内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从上到下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从整体到局部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MH_Other_9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8321040" y="4042093"/>
            <a:ext cx="3326131" cy="1319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首先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其次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再次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最后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Char char="l"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关键问题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次要问题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5" grpId="0" build="p"/>
      <p:bldP spid="19" grpId="0" build="p"/>
      <p:bldP spid="22" grpId="0" build="p"/>
      <p:bldP spid="23" grpId="0" build="p"/>
      <p:bldP spid="2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"/>
          <p:cNvGrpSpPr/>
          <p:nvPr/>
        </p:nvGrpSpPr>
        <p:grpSpPr>
          <a:xfrm>
            <a:off x="0" y="543361"/>
            <a:ext cx="3086100" cy="493479"/>
            <a:chOff x="0" y="543361"/>
            <a:chExt cx="3370216" cy="493479"/>
          </a:xfrm>
        </p:grpSpPr>
        <p:grpSp>
          <p:nvGrpSpPr>
            <p:cNvPr id="3" name="组合 46"/>
            <p:cNvGrpSpPr/>
            <p:nvPr/>
          </p:nvGrpSpPr>
          <p:grpSpPr>
            <a:xfrm>
              <a:off x="0" y="543361"/>
              <a:ext cx="3370216" cy="493479"/>
              <a:chOff x="0" y="288813"/>
              <a:chExt cx="3370216" cy="493479"/>
            </a:xfrm>
            <a:solidFill>
              <a:srgbClr val="131426"/>
            </a:solidFill>
          </p:grpSpPr>
          <p:sp>
            <p:nvSpPr>
              <p:cNvPr id="10" name="矩形 47"/>
              <p:cNvSpPr/>
              <p:nvPr/>
            </p:nvSpPr>
            <p:spPr>
              <a:xfrm>
                <a:off x="0" y="288813"/>
                <a:ext cx="3052812" cy="4934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  <p:sp>
            <p:nvSpPr>
              <p:cNvPr id="11" name="直角三角形 48"/>
              <p:cNvSpPr/>
              <p:nvPr/>
            </p:nvSpPr>
            <p:spPr>
              <a:xfrm>
                <a:off x="3052811" y="292635"/>
                <a:ext cx="317405" cy="489657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</p:grpSp>
        <p:sp>
          <p:nvSpPr>
            <p:cNvPr id="9" name="文本框 3"/>
            <p:cNvSpPr txBox="1"/>
            <p:nvPr/>
          </p:nvSpPr>
          <p:spPr>
            <a:xfrm>
              <a:off x="215279" y="556379"/>
              <a:ext cx="29717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/>
                  <a:ea typeface="微软雅黑"/>
                </a:rPr>
                <a:t>结构思考力模型</a:t>
              </a:r>
              <a:endParaRPr lang="zh-CN" altLang="en-US" sz="2400" b="1" dirty="0">
                <a:solidFill>
                  <a:schemeClr val="bg1"/>
                </a:solidFill>
                <a:latin typeface="微软雅黑"/>
                <a:ea typeface="微软雅黑"/>
              </a:endParaRP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720089" y="1383030"/>
            <a:ext cx="10404765" cy="4494609"/>
            <a:chOff x="720089" y="1383030"/>
            <a:chExt cx="10404765" cy="4494609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t="19165"/>
            <a:stretch>
              <a:fillRect/>
            </a:stretch>
          </p:blipFill>
          <p:spPr bwMode="auto">
            <a:xfrm>
              <a:off x="720089" y="1383030"/>
              <a:ext cx="10404765" cy="4494609"/>
            </a:xfrm>
            <a:prstGeom prst="rect">
              <a:avLst/>
            </a:prstGeom>
            <a:noFill/>
            <a:ln w="1">
              <a:noFill/>
              <a:miter lim="800000"/>
              <a:headEnd/>
              <a:tailEnd type="none" w="med" len="med"/>
            </a:ln>
            <a:effectLst/>
          </p:spPr>
        </p:pic>
        <p:sp>
          <p:nvSpPr>
            <p:cNvPr id="13" name="Rectangle 12"/>
            <p:cNvSpPr/>
            <p:nvPr/>
          </p:nvSpPr>
          <p:spPr>
            <a:xfrm>
              <a:off x="5955030" y="1623060"/>
              <a:ext cx="1005840" cy="9715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MH_Text_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05281" y="3719196"/>
            <a:ext cx="2755900" cy="150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20000"/>
              </a:lnSpc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请假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20000"/>
              </a:lnSpc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汇报工作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20000"/>
              </a:lnSpc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制作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algn="ctr" eaLnBrk="1" hangingPunct="1">
              <a:lnSpc>
                <a:spcPct val="120000"/>
              </a:lnSpc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年终总结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20000"/>
              </a:lnSpc>
            </a:pP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993564" y="1518921"/>
            <a:ext cx="3367617" cy="2066925"/>
            <a:chOff x="993564" y="1518921"/>
            <a:chExt cx="3367617" cy="2066925"/>
          </a:xfrm>
        </p:grpSpPr>
        <p:sp>
          <p:nvSpPr>
            <p:cNvPr id="3" name="MH_SubTitle_1"/>
            <p:cNvSpPr/>
            <p:nvPr>
              <p:custDataLst>
                <p:tags r:id="rId9"/>
              </p:custDataLst>
            </p:nvPr>
          </p:nvSpPr>
          <p:spPr>
            <a:xfrm>
              <a:off x="1605281" y="1518921"/>
              <a:ext cx="2755900" cy="2066925"/>
            </a:xfrm>
            <a:prstGeom prst="diamon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algn="ctr" eaLnBrk="1" fontAlgn="auto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6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工作</a:t>
              </a:r>
              <a:endParaRPr lang="pt-BR" altLang="zh-CN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052" name="MH_Other_1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2" cstate="print"/>
            <a:srcRect t="50887"/>
            <a:stretch>
              <a:fillRect/>
            </a:stretch>
          </p:blipFill>
          <p:spPr bwMode="auto">
            <a:xfrm rot="19336765" flipH="1">
              <a:off x="993564" y="2030096"/>
              <a:ext cx="2688167" cy="111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9" name="Group 18"/>
          <p:cNvGrpSpPr/>
          <p:nvPr/>
        </p:nvGrpSpPr>
        <p:grpSpPr>
          <a:xfrm>
            <a:off x="4096597" y="1518921"/>
            <a:ext cx="3367618" cy="2066925"/>
            <a:chOff x="4096597" y="1518921"/>
            <a:chExt cx="3367618" cy="2066925"/>
          </a:xfrm>
        </p:grpSpPr>
        <p:sp>
          <p:nvSpPr>
            <p:cNvPr id="10" name="MH_SubTitle_2"/>
            <p:cNvSpPr/>
            <p:nvPr>
              <p:custDataLst>
                <p:tags r:id="rId7"/>
              </p:custDataLst>
            </p:nvPr>
          </p:nvSpPr>
          <p:spPr>
            <a:xfrm>
              <a:off x="4708315" y="1518921"/>
              <a:ext cx="2755900" cy="2066925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algn="ctr" eaLnBrk="1" fontAlgn="auto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6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生活</a:t>
              </a:r>
              <a:endParaRPr lang="pt-BR" altLang="zh-CN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054" name="MH_Other_2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2" cstate="print"/>
            <a:srcRect t="50887"/>
            <a:stretch>
              <a:fillRect/>
            </a:stretch>
          </p:blipFill>
          <p:spPr bwMode="auto">
            <a:xfrm rot="19331623" flipH="1">
              <a:off x="4096597" y="2017904"/>
              <a:ext cx="2688167" cy="111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0" name="Group 19"/>
          <p:cNvGrpSpPr/>
          <p:nvPr/>
        </p:nvGrpSpPr>
        <p:grpSpPr>
          <a:xfrm>
            <a:off x="7184815" y="1518921"/>
            <a:ext cx="3367616" cy="2066925"/>
            <a:chOff x="7184815" y="1518921"/>
            <a:chExt cx="3367616" cy="2066925"/>
          </a:xfrm>
        </p:grpSpPr>
        <p:sp>
          <p:nvSpPr>
            <p:cNvPr id="14" name="MH_SubTitle_3"/>
            <p:cNvSpPr/>
            <p:nvPr>
              <p:custDataLst>
                <p:tags r:id="rId5"/>
              </p:custDataLst>
            </p:nvPr>
          </p:nvSpPr>
          <p:spPr>
            <a:xfrm>
              <a:off x="7796531" y="1518921"/>
              <a:ext cx="2755900" cy="2066925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normAutofit/>
            </a:bodyPr>
            <a:lstStyle/>
            <a:p>
              <a:pPr algn="ctr" eaLnBrk="1" fontAlgn="auto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6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学习</a:t>
              </a:r>
              <a:endParaRPr lang="pt-BR" altLang="zh-CN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056" name="MH_Other_3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2" cstate="print"/>
            <a:srcRect t="50887"/>
            <a:stretch>
              <a:fillRect/>
            </a:stretch>
          </p:blipFill>
          <p:spPr bwMode="auto">
            <a:xfrm rot="19485055" flipH="1">
              <a:off x="7184815" y="2030096"/>
              <a:ext cx="2688167" cy="111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058" name="MH_Text_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708315" y="3719196"/>
            <a:ext cx="2755900" cy="150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20000"/>
              </a:lnSpc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旅行行李清单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20000"/>
              </a:lnSpc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购物清单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20000"/>
              </a:lnSpc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日程安排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20000"/>
              </a:lnSpc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描述他人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20000"/>
              </a:lnSpc>
            </a:pP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……</a:t>
            </a:r>
            <a:endParaRPr lang="zh-CN" altLang="en-US" sz="2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59" name="MH_Text_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796531" y="3719196"/>
            <a:ext cx="2755900" cy="150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学习计划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学习总结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……</a:t>
            </a:r>
          </a:p>
        </p:txBody>
      </p:sp>
      <p:grpSp>
        <p:nvGrpSpPr>
          <p:cNvPr id="12" name="组合 4"/>
          <p:cNvGrpSpPr/>
          <p:nvPr/>
        </p:nvGrpSpPr>
        <p:grpSpPr>
          <a:xfrm>
            <a:off x="0" y="543361"/>
            <a:ext cx="3086100" cy="493479"/>
            <a:chOff x="0" y="543361"/>
            <a:chExt cx="3370216" cy="493479"/>
          </a:xfrm>
        </p:grpSpPr>
        <p:grpSp>
          <p:nvGrpSpPr>
            <p:cNvPr id="13" name="组合 46"/>
            <p:cNvGrpSpPr/>
            <p:nvPr/>
          </p:nvGrpSpPr>
          <p:grpSpPr>
            <a:xfrm>
              <a:off x="0" y="543361"/>
              <a:ext cx="3370216" cy="493479"/>
              <a:chOff x="0" y="288813"/>
              <a:chExt cx="3370216" cy="493479"/>
            </a:xfrm>
            <a:solidFill>
              <a:srgbClr val="131426"/>
            </a:solidFill>
          </p:grpSpPr>
          <p:sp>
            <p:nvSpPr>
              <p:cNvPr id="16" name="矩形 47"/>
              <p:cNvSpPr/>
              <p:nvPr/>
            </p:nvSpPr>
            <p:spPr>
              <a:xfrm>
                <a:off x="0" y="288813"/>
                <a:ext cx="3052812" cy="49347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  <p:sp>
            <p:nvSpPr>
              <p:cNvPr id="17" name="直角三角形 48"/>
              <p:cNvSpPr/>
              <p:nvPr/>
            </p:nvSpPr>
            <p:spPr>
              <a:xfrm>
                <a:off x="3052811" y="292635"/>
                <a:ext cx="317405" cy="489657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ea typeface="微软雅黑"/>
                </a:endParaRPr>
              </a:p>
            </p:txBody>
          </p:sp>
        </p:grpSp>
        <p:sp>
          <p:nvSpPr>
            <p:cNvPr id="15" name="文本框 3"/>
            <p:cNvSpPr txBox="1"/>
            <p:nvPr/>
          </p:nvSpPr>
          <p:spPr>
            <a:xfrm>
              <a:off x="40528" y="556379"/>
              <a:ext cx="29717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chemeClr val="bg1"/>
                  </a:solidFill>
                  <a:latin typeface="微软雅黑"/>
                  <a:ea typeface="微软雅黑"/>
                </a:rPr>
                <a:t>实践应用</a:t>
              </a:r>
              <a:endParaRPr lang="zh-CN" altLang="en-US" sz="2400" b="1" dirty="0">
                <a:solidFill>
                  <a:schemeClr val="bg1"/>
                </a:solidFill>
                <a:latin typeface="微软雅黑"/>
                <a:ea typeface="微软雅黑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build="p"/>
      <p:bldP spid="2058" grpId="0" build="p"/>
      <p:bldP spid="205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693019" y="4125595"/>
            <a:ext cx="2805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b="1" dirty="0" smtClean="0">
                <a:latin typeface="微软雅黑"/>
                <a:ea typeface="微软雅黑"/>
              </a:rPr>
              <a:t>谢谢</a:t>
            </a:r>
            <a:endParaRPr lang="zh-CN" altLang="en-US" sz="5400" b="1" dirty="0">
              <a:latin typeface="微软雅黑"/>
              <a:ea typeface="微软雅黑"/>
            </a:endParaRPr>
          </a:p>
        </p:txBody>
      </p:sp>
      <p:sp>
        <p:nvSpPr>
          <p:cNvPr id="6" name="矩形 1"/>
          <p:cNvSpPr/>
          <p:nvPr/>
        </p:nvSpPr>
        <p:spPr>
          <a:xfrm>
            <a:off x="0" y="0"/>
            <a:ext cx="12192000" cy="36576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" y="1440180"/>
            <a:ext cx="9864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微软雅黑"/>
                <a:ea typeface="微软雅黑"/>
              </a:rPr>
              <a:t> </a:t>
            </a:r>
            <a:r>
              <a:rPr lang="zh-CN" altLang="en-US" sz="4000" b="1" dirty="0" smtClean="0">
                <a:solidFill>
                  <a:schemeClr val="bg1"/>
                </a:solidFill>
                <a:latin typeface="微软雅黑"/>
                <a:ea typeface="微软雅黑"/>
              </a:rPr>
              <a:t>思考清晰│表达有力 │ 生活清爽│工作高效</a:t>
            </a:r>
            <a:endParaRPr lang="zh-CN" altLang="en-US" sz="4000" b="1" dirty="0">
              <a:solidFill>
                <a:schemeClr val="bg1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84506584"/>
      </p:ext>
    </p:extLst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CONTENTSID" val="287"/>
  <p:tag name="MH_SECTIONID" val="288,289,290,291,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0901144604"/>
  <p:tag name="MH_LIBRARY" val="GRAPHI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43641"/>
  <p:tag name="MH_LIBRARY" val="GRAPHIC"/>
  <p:tag name="MH_TYPE" val="Other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43641"/>
  <p:tag name="MH_LIBRARY" val="GRAPHIC"/>
  <p:tag name="MH_TYPE" val="Other"/>
  <p:tag name="MH_ORDER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43641"/>
  <p:tag name="MH_LIBRARY" val="GRAPHIC"/>
  <p:tag name="MH_TYPE" val="SubTitle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43641"/>
  <p:tag name="MH_LIBRARY" val="GRAPHIC"/>
  <p:tag name="MH_TYPE" val="Other"/>
  <p:tag name="MH_ORDER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43641"/>
  <p:tag name="MH_LIBRARY" val="GRAPHIC"/>
  <p:tag name="MH_TYPE" val="Other"/>
  <p:tag name="MH_ORDER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43641"/>
  <p:tag name="MH_LIBRARY" val="GRAPHIC"/>
  <p:tag name="MH_TYPE" val="SubTitle"/>
  <p:tag name="MH_ORDER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43641"/>
  <p:tag name="MH_LIBRARY" val="GRAPHIC"/>
  <p:tag name="MH_TYPE" val="Other"/>
  <p:tag name="MH_ORDER" val="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43641"/>
  <p:tag name="MH_LIBRARY" val="GRAPHIC"/>
  <p:tag name="MH_TYPE" val="Other"/>
  <p:tag name="MH_ORDER" val="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43641"/>
  <p:tag name="MH_LIBRARY" val="GRAPHIC"/>
  <p:tag name="MH_TYPE" val="SubTitle"/>
  <p:tag name="MH_ORDER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43641"/>
  <p:tag name="MH_LIBRARY" val="GRAPHIC"/>
  <p:tag name="MH_TYPE" val="Other"/>
  <p:tag name="MH_ORDER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43641"/>
  <p:tag name="MH_LIBRARY" val="GRAPHIC"/>
  <p:tag name="MH_TYPE" val="Other"/>
  <p:tag name="MH_ORDER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43641"/>
  <p:tag name="MH_LIBRARY" val="GRAPHIC"/>
  <p:tag name="MH_TYPE" val="Other"/>
  <p:tag name="MH_ORDER" val="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BingLLB#"/>
  <p:tag name="MH_LAYOUT" val="SubTitleText"/>
  <p:tag name="MH" val="20160902160729"/>
  <p:tag name="MH_LIBRARY" val="GRAPHIC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60729"/>
  <p:tag name="MH_LIBRARY" val="GRAPHIC"/>
  <p:tag name="MH_TYPE" val="Text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60729"/>
  <p:tag name="MH_LIBRARY" val="GRAPHIC"/>
  <p:tag name="MH_TYPE" val="Text"/>
  <p:tag name="MH_ORDER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60729"/>
  <p:tag name="MH_LIBRARY" val="GRAPHIC"/>
  <p:tag name="MH_TYPE" val="Text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60729"/>
  <p:tag name="MH_LIBRARY" val="GRAPHIC"/>
  <p:tag name="MH_TYPE" val="SubTitle"/>
  <p:tag name="MH_ORDER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60729"/>
  <p:tag name="MH_LIBRARY" val="GRAPHIC"/>
  <p:tag name="MH_TYPE" val="Other"/>
  <p:tag name="MH_ORDER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60729"/>
  <p:tag name="MH_LIBRARY" val="GRAPHIC"/>
  <p:tag name="MH_TYPE" val="SubTitle"/>
  <p:tag name="MH_ORDER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60729"/>
  <p:tag name="MH_LIBRARY" val="GRAPHIC"/>
  <p:tag name="MH_TYPE" val="Other"/>
  <p:tag name="MH_ORDER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60729"/>
  <p:tag name="MH_LIBRARY" val="GRAPHIC"/>
  <p:tag name="MH_TYPE" val="SubTitle"/>
  <p:tag name="MH_ORDER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902160729"/>
  <p:tag name="MH_LIBRARY" val="GRAPHIC"/>
  <p:tag name="MH_TYPE" val="Other"/>
  <p:tag name="MH_ORDER" val="1"/>
</p:tagLst>
</file>

<file path=ppt/theme/theme1.xml><?xml version="1.0" encoding="utf-8"?>
<a:theme xmlns:a="http://schemas.openxmlformats.org/drawingml/2006/main" name="Office 主题">
  <a:themeElements>
    <a:clrScheme name="自定义 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B0F0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5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2845</TotalTime>
  <Words>389</Words>
  <Application>Microsoft Office PowerPoint</Application>
  <PresentationFormat>宽屏</PresentationFormat>
  <Paragraphs>84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宋体</vt:lpstr>
      <vt:lpstr>微软雅黑</vt:lpstr>
      <vt:lpstr>幼圆</vt:lpstr>
      <vt:lpstr>Arial</vt:lpstr>
      <vt:lpstr>Calibri</vt:lpstr>
      <vt:lpstr>Calibri Light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Nee</dc:creator>
  <cp:lastModifiedBy>LG</cp:lastModifiedBy>
  <cp:revision>232</cp:revision>
  <dcterms:created xsi:type="dcterms:W3CDTF">2013-10-25T14:41:09Z</dcterms:created>
  <dcterms:modified xsi:type="dcterms:W3CDTF">2017-07-25T14:27:32Z</dcterms:modified>
</cp:coreProperties>
</file>